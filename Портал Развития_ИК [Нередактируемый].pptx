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5.xml" ContentType="application/vnd.openxmlformats-officedocument.theme+xml"/>
  <Override PartName="/ppt/tags/tag44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3"/>
    <p:sldMasterId id="2147484170" r:id="rId4"/>
    <p:sldMasterId id="2147484178" r:id="rId5"/>
    <p:sldMasterId id="2147484299" r:id="rId6"/>
    <p:sldMasterId id="2147484312" r:id="rId7"/>
  </p:sldMasterIdLst>
  <p:notesMasterIdLst>
    <p:notesMasterId r:id="rId22"/>
  </p:notesMasterIdLst>
  <p:handoutMasterIdLst>
    <p:handoutMasterId r:id="rId23"/>
  </p:handoutMasterIdLst>
  <p:sldIdLst>
    <p:sldId id="2132" r:id="rId8"/>
    <p:sldId id="2345" r:id="rId9"/>
    <p:sldId id="2513" r:id="rId10"/>
    <p:sldId id="2503" r:id="rId11"/>
    <p:sldId id="2504" r:id="rId12"/>
    <p:sldId id="2507" r:id="rId13"/>
    <p:sldId id="2514" r:id="rId14"/>
    <p:sldId id="2511" r:id="rId15"/>
    <p:sldId id="2521" r:id="rId16"/>
    <p:sldId id="2515" r:id="rId17"/>
    <p:sldId id="2517" r:id="rId18"/>
    <p:sldId id="2518" r:id="rId19"/>
    <p:sldId id="2522" r:id="rId20"/>
    <p:sldId id="2523" r:id="rId21"/>
  </p:sldIdLst>
  <p:sldSz cx="12192000" cy="6858000"/>
  <p:notesSz cx="7104063" cy="102346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polova, Yuliya" initials="TY" lastIdx="1" clrIdx="0">
    <p:extLst>
      <p:ext uri="{19B8F6BF-5375-455C-9EA6-DF929625EA0E}">
        <p15:presenceInfo xmlns:p15="http://schemas.microsoft.com/office/powerpoint/2012/main" userId="S-1-5-21-259409611-3423039362-4275811807-1804618" providerId="AD"/>
      </p:ext>
    </p:extLst>
  </p:cmAuthor>
  <p:cmAuthor id="2" name="Grishina Elena" initials="AG" lastIdx="2" clrIdx="1">
    <p:extLst>
      <p:ext uri="{19B8F6BF-5375-455C-9EA6-DF929625EA0E}">
        <p15:presenceInfo xmlns:p15="http://schemas.microsoft.com/office/powerpoint/2012/main" userId="Grishina Ele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AF2D"/>
    <a:srgbClr val="F2F5F6"/>
    <a:srgbClr val="F2F2F2"/>
    <a:srgbClr val="A6A6A6"/>
    <a:srgbClr val="BFE2A8"/>
    <a:srgbClr val="00631D"/>
    <a:srgbClr val="B7B7B7"/>
    <a:srgbClr val="006B22"/>
    <a:srgbClr val="B88C00"/>
    <a:srgbClr val="F0D3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82" autoAdjust="0"/>
    <p:restoredTop sz="93979" autoAdjust="0"/>
  </p:normalViewPr>
  <p:slideViewPr>
    <p:cSldViewPr snapToGrid="0">
      <p:cViewPr varScale="1">
        <p:scale>
          <a:sx n="124" d="100"/>
          <a:sy n="124" d="100"/>
        </p:scale>
        <p:origin x="19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19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5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4.xml"/><Relationship Id="rId11" Type="http://schemas.openxmlformats.org/officeDocument/2006/relationships/slide" Target="slides/slide4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13371342-ED97-4092-9A84-C8F719DBC58F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6DFC40A0-197B-45AA-B79D-78EC05EC42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2265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953EB70B-54ED-4152-B42B-D59BDB2E3544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2E163B19-F450-4196-801B-00C39AD333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142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47958">
              <a:defRPr/>
            </a:pPr>
            <a:fld id="{F7021451-1387-4CA6-816F-3879F97B5CBC}" type="slidenum">
              <a:rPr lang="en-US">
                <a:solidFill>
                  <a:prstClr val="black"/>
                </a:solidFill>
                <a:latin typeface="X5 Sans" panose="020B0403020203020204" pitchFamily="34" charset="0"/>
              </a:rPr>
              <a:pPr defTabSz="947958">
                <a:defRPr/>
              </a:pPr>
              <a:t>2</a:t>
            </a:fld>
            <a:endParaRPr lang="en-US">
              <a:solidFill>
                <a:prstClr val="black"/>
              </a:solidFill>
              <a:latin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394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47958">
              <a:defRPr/>
            </a:pPr>
            <a:fld id="{F7021451-1387-4CA6-816F-3879F97B5CBC}" type="slidenum">
              <a:rPr lang="en-US">
                <a:solidFill>
                  <a:prstClr val="black"/>
                </a:solidFill>
                <a:latin typeface="X5 Sans" panose="020B0403020203020204" pitchFamily="34" charset="0"/>
              </a:rPr>
              <a:pPr defTabSz="947958">
                <a:defRPr/>
              </a:pPr>
              <a:t>3</a:t>
            </a:fld>
            <a:endParaRPr lang="en-US">
              <a:solidFill>
                <a:prstClr val="black"/>
              </a:solidFill>
              <a:latin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68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47958">
              <a:defRPr/>
            </a:pPr>
            <a:fld id="{F7021451-1387-4CA6-816F-3879F97B5CBC}" type="slidenum">
              <a:rPr lang="en-US">
                <a:solidFill>
                  <a:prstClr val="black"/>
                </a:solidFill>
                <a:latin typeface="X5 Sans" panose="020B0403020203020204" pitchFamily="34" charset="0"/>
              </a:rPr>
              <a:pPr defTabSz="947958">
                <a:defRPr/>
              </a:pPr>
              <a:t>4</a:t>
            </a:fld>
            <a:endParaRPr lang="en-US">
              <a:solidFill>
                <a:prstClr val="black"/>
              </a:solidFill>
              <a:latin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975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47958">
              <a:defRPr/>
            </a:pPr>
            <a:fld id="{F7021451-1387-4CA6-816F-3879F97B5CBC}" type="slidenum">
              <a:rPr lang="en-US">
                <a:solidFill>
                  <a:prstClr val="black"/>
                </a:solidFill>
                <a:latin typeface="X5 Sans" panose="020B0403020203020204" pitchFamily="34" charset="0"/>
              </a:rPr>
              <a:pPr defTabSz="947958">
                <a:defRPr/>
              </a:pPr>
              <a:t>5</a:t>
            </a:fld>
            <a:endParaRPr lang="en-US">
              <a:solidFill>
                <a:prstClr val="black"/>
              </a:solidFill>
              <a:latin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463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479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X5 Sans" panose="020B0403020203020204" pitchFamily="34" charset="0"/>
                <a:ea typeface="+mn-ea"/>
                <a:cs typeface="+mn-cs"/>
              </a:rPr>
              <a:pPr marL="0" marR="0" lvl="0" indent="0" algn="r" defTabSz="9479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X5 Sans" panose="020B04030202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6023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47958">
              <a:defRPr/>
            </a:pPr>
            <a:fld id="{F7021451-1387-4CA6-816F-3879F97B5CBC}" type="slidenum">
              <a:rPr lang="en-US">
                <a:solidFill>
                  <a:prstClr val="black"/>
                </a:solidFill>
                <a:latin typeface="X5 Sans" panose="020B0403020203020204" pitchFamily="34" charset="0"/>
              </a:rPr>
              <a:pPr defTabSz="947958">
                <a:defRPr/>
              </a:pPr>
              <a:t>8</a:t>
            </a:fld>
            <a:endParaRPr lang="en-US">
              <a:solidFill>
                <a:prstClr val="black"/>
              </a:solidFill>
              <a:latin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46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47958">
              <a:defRPr/>
            </a:pPr>
            <a:fld id="{F7021451-1387-4CA6-816F-3879F97B5CBC}" type="slidenum">
              <a:rPr lang="en-US">
                <a:solidFill>
                  <a:prstClr val="black"/>
                </a:solidFill>
                <a:latin typeface="X5 Sans" panose="020B0403020203020204" pitchFamily="34" charset="0"/>
              </a:rPr>
              <a:pPr defTabSz="947958">
                <a:defRPr/>
              </a:pPr>
              <a:t>9</a:t>
            </a:fld>
            <a:endParaRPr lang="en-US">
              <a:solidFill>
                <a:prstClr val="black"/>
              </a:solidFill>
              <a:latin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687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47958">
              <a:defRPr/>
            </a:pPr>
            <a:fld id="{F7021451-1387-4CA6-816F-3879F97B5CBC}" type="slidenum">
              <a:rPr lang="en-US">
                <a:solidFill>
                  <a:prstClr val="black"/>
                </a:solidFill>
                <a:latin typeface="X5 Sans" panose="020B0403020203020204" pitchFamily="34" charset="0"/>
              </a:rPr>
              <a:pPr defTabSz="947958">
                <a:defRPr/>
              </a:pPr>
              <a:t>10</a:t>
            </a:fld>
            <a:endParaRPr lang="en-US">
              <a:solidFill>
                <a:prstClr val="black"/>
              </a:solidFill>
              <a:latin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72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47958">
              <a:defRPr/>
            </a:pPr>
            <a:fld id="{F7021451-1387-4CA6-816F-3879F97B5CBC}" type="slidenum">
              <a:rPr lang="en-US">
                <a:solidFill>
                  <a:prstClr val="black"/>
                </a:solidFill>
                <a:latin typeface="X5 Sans" panose="020B0403020203020204" pitchFamily="34" charset="0"/>
              </a:rPr>
              <a:pPr defTabSz="947958">
                <a:defRPr/>
              </a:pPr>
              <a:t>11</a:t>
            </a:fld>
            <a:endParaRPr lang="en-US">
              <a:solidFill>
                <a:prstClr val="black"/>
              </a:solidFill>
              <a:latin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848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47958">
              <a:defRPr/>
            </a:pPr>
            <a:fld id="{F7021451-1387-4CA6-816F-3879F97B5CBC}" type="slidenum">
              <a:rPr lang="en-US">
                <a:solidFill>
                  <a:prstClr val="black"/>
                </a:solidFill>
                <a:latin typeface="X5 Sans" panose="020B0403020203020204" pitchFamily="34" charset="0"/>
              </a:rPr>
              <a:pPr defTabSz="947958">
                <a:defRPr/>
              </a:pPr>
              <a:t>12</a:t>
            </a:fld>
            <a:endParaRPr lang="en-US">
              <a:solidFill>
                <a:prstClr val="black"/>
              </a:solidFill>
              <a:latin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7280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47958">
              <a:defRPr/>
            </a:pPr>
            <a:fld id="{F7021451-1387-4CA6-816F-3879F97B5CBC}" type="slidenum">
              <a:rPr lang="en-US">
                <a:solidFill>
                  <a:prstClr val="black"/>
                </a:solidFill>
                <a:latin typeface="X5 Sans" panose="020B0403020203020204" pitchFamily="34" charset="0"/>
              </a:rPr>
              <a:pPr defTabSz="947958">
                <a:defRPr/>
              </a:pPr>
              <a:t>13</a:t>
            </a:fld>
            <a:endParaRPr lang="en-US">
              <a:solidFill>
                <a:prstClr val="black"/>
              </a:solidFill>
              <a:latin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470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47958">
              <a:defRPr/>
            </a:pPr>
            <a:fld id="{F7021451-1387-4CA6-816F-3879F97B5CBC}" type="slidenum">
              <a:rPr lang="en-US">
                <a:solidFill>
                  <a:prstClr val="black"/>
                </a:solidFill>
                <a:latin typeface="X5 Sans" panose="020B0403020203020204" pitchFamily="34" charset="0"/>
              </a:rPr>
              <a:pPr defTabSz="947958">
                <a:defRPr/>
              </a:pPr>
              <a:t>14</a:t>
            </a:fld>
            <a:endParaRPr lang="en-US">
              <a:solidFill>
                <a:prstClr val="black"/>
              </a:solidFill>
              <a:latin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839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5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ой шаблон - Х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7">
            <a:extLst>
              <a:ext uri="{FF2B5EF4-FFF2-40B4-BE49-F238E27FC236}">
                <a16:creationId xmlns:a16="http://schemas.microsoft.com/office/drawing/2014/main" id="{7DD5D7D3-6EEF-FB42-A08E-8B4D998154A8}"/>
              </a:ext>
            </a:extLst>
          </p:cNvPr>
          <p:cNvGrpSpPr/>
          <p:nvPr userDrawn="1"/>
        </p:nvGrpSpPr>
        <p:grpSpPr>
          <a:xfrm>
            <a:off x="10827498" y="186317"/>
            <a:ext cx="682625" cy="409523"/>
            <a:chOff x="7443370" y="3710735"/>
            <a:chExt cx="650957" cy="390525"/>
          </a:xfrm>
        </p:grpSpPr>
        <p:sp>
          <p:nvSpPr>
            <p:cNvPr id="12" name="Полилиния: фигура 8">
              <a:extLst>
                <a:ext uri="{FF2B5EF4-FFF2-40B4-BE49-F238E27FC236}">
                  <a16:creationId xmlns:a16="http://schemas.microsoft.com/office/drawing/2014/main" id="{5C8AD3A7-5FE1-D741-AA1D-98DCA1F5CEBA}"/>
                </a:ext>
              </a:extLst>
            </p:cNvPr>
            <p:cNvSpPr/>
            <p:nvPr/>
          </p:nvSpPr>
          <p:spPr>
            <a:xfrm>
              <a:off x="7443370" y="3710735"/>
              <a:ext cx="266700" cy="390525"/>
            </a:xfrm>
            <a:custGeom>
              <a:avLst/>
              <a:gdLst>
                <a:gd name="connsiteX0" fmla="*/ 125892 w 266700"/>
                <a:gd name="connsiteY0" fmla="*/ 7144 h 390525"/>
                <a:gd name="connsiteX1" fmla="*/ 7144 w 266700"/>
                <a:gd name="connsiteY1" fmla="*/ 7144 h 390525"/>
                <a:gd name="connsiteX2" fmla="*/ 143589 w 266700"/>
                <a:gd name="connsiteY2" fmla="*/ 198568 h 390525"/>
                <a:gd name="connsiteX3" fmla="*/ 7144 w 266700"/>
                <a:gd name="connsiteY3" fmla="*/ 390649 h 390525"/>
                <a:gd name="connsiteX4" fmla="*/ 125892 w 266700"/>
                <a:gd name="connsiteY4" fmla="*/ 390649 h 390525"/>
                <a:gd name="connsiteX5" fmla="*/ 262385 w 266700"/>
                <a:gd name="connsiteY5" fmla="*/ 198568 h 390525"/>
                <a:gd name="connsiteX6" fmla="*/ 125892 w 266700"/>
                <a:gd name="connsiteY6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6700" h="390525">
                  <a:moveTo>
                    <a:pt x="125892" y="7144"/>
                  </a:moveTo>
                  <a:lnTo>
                    <a:pt x="7144" y="7144"/>
                  </a:lnTo>
                  <a:lnTo>
                    <a:pt x="143589" y="198568"/>
                  </a:lnTo>
                  <a:lnTo>
                    <a:pt x="7144" y="390649"/>
                  </a:lnTo>
                  <a:lnTo>
                    <a:pt x="125892" y="390649"/>
                  </a:lnTo>
                  <a:lnTo>
                    <a:pt x="262385" y="198568"/>
                  </a:lnTo>
                  <a:lnTo>
                    <a:pt x="125892" y="7144"/>
                  </a:ln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9">
              <a:extLst>
                <a:ext uri="{FF2B5EF4-FFF2-40B4-BE49-F238E27FC236}">
                  <a16:creationId xmlns:a16="http://schemas.microsoft.com/office/drawing/2014/main" id="{66FE0565-F5B2-194E-9693-46384DDBBF03}"/>
                </a:ext>
              </a:extLst>
            </p:cNvPr>
            <p:cNvSpPr/>
            <p:nvPr/>
          </p:nvSpPr>
          <p:spPr>
            <a:xfrm>
              <a:off x="7707050" y="3796527"/>
              <a:ext cx="219075" cy="228600"/>
            </a:xfrm>
            <a:custGeom>
              <a:avLst/>
              <a:gdLst>
                <a:gd name="connsiteX0" fmla="*/ 13097 w 219075"/>
                <a:gd name="connsiteY0" fmla="*/ 7144 h 228600"/>
                <a:gd name="connsiteX1" fmla="*/ 70104 w 219075"/>
                <a:gd name="connsiteY1" fmla="*/ 7144 h 228600"/>
                <a:gd name="connsiteX2" fmla="*/ 113938 w 219075"/>
                <a:gd name="connsiteY2" fmla="*/ 78553 h 228600"/>
                <a:gd name="connsiteX3" fmla="*/ 159296 w 219075"/>
                <a:gd name="connsiteY3" fmla="*/ 7144 h 228600"/>
                <a:gd name="connsiteX4" fmla="*/ 213103 w 219075"/>
                <a:gd name="connsiteY4" fmla="*/ 7144 h 228600"/>
                <a:gd name="connsiteX5" fmla="*/ 141503 w 219075"/>
                <a:gd name="connsiteY5" fmla="*/ 113833 h 228600"/>
                <a:gd name="connsiteX6" fmla="*/ 219361 w 219075"/>
                <a:gd name="connsiteY6" fmla="*/ 230696 h 228600"/>
                <a:gd name="connsiteX7" fmla="*/ 160830 w 219075"/>
                <a:gd name="connsiteY7" fmla="*/ 230696 h 228600"/>
                <a:gd name="connsiteX8" fmla="*/ 112052 w 219075"/>
                <a:gd name="connsiteY8" fmla="*/ 153343 h 228600"/>
                <a:gd name="connsiteX9" fmla="*/ 62265 w 219075"/>
                <a:gd name="connsiteY9" fmla="*/ 230696 h 228600"/>
                <a:gd name="connsiteX10" fmla="*/ 7144 w 219075"/>
                <a:gd name="connsiteY10" fmla="*/ 230696 h 228600"/>
                <a:gd name="connsiteX11" fmla="*/ 85153 w 219075"/>
                <a:gd name="connsiteY11" fmla="*/ 113538 h 228600"/>
                <a:gd name="connsiteX12" fmla="*/ 13097 w 219075"/>
                <a:gd name="connsiteY12" fmla="*/ 7144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9075" h="228600">
                  <a:moveTo>
                    <a:pt x="13097" y="7144"/>
                  </a:moveTo>
                  <a:lnTo>
                    <a:pt x="70104" y="7144"/>
                  </a:lnTo>
                  <a:lnTo>
                    <a:pt x="113938" y="78553"/>
                  </a:lnTo>
                  <a:lnTo>
                    <a:pt x="159296" y="7144"/>
                  </a:lnTo>
                  <a:lnTo>
                    <a:pt x="213103" y="7144"/>
                  </a:lnTo>
                  <a:lnTo>
                    <a:pt x="141503" y="113833"/>
                  </a:lnTo>
                  <a:lnTo>
                    <a:pt x="219361" y="230696"/>
                  </a:lnTo>
                  <a:lnTo>
                    <a:pt x="160830" y="230696"/>
                  </a:lnTo>
                  <a:lnTo>
                    <a:pt x="112052" y="153343"/>
                  </a:lnTo>
                  <a:lnTo>
                    <a:pt x="62265" y="230696"/>
                  </a:lnTo>
                  <a:lnTo>
                    <a:pt x="7144" y="230696"/>
                  </a:lnTo>
                  <a:lnTo>
                    <a:pt x="85153" y="113538"/>
                  </a:lnTo>
                  <a:lnTo>
                    <a:pt x="13097" y="7144"/>
                  </a:lnTo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1">
              <a:extLst>
                <a:ext uri="{FF2B5EF4-FFF2-40B4-BE49-F238E27FC236}">
                  <a16:creationId xmlns:a16="http://schemas.microsoft.com/office/drawing/2014/main" id="{81221331-60F6-4E4A-B0A3-2CD9376CF1CE}"/>
                </a:ext>
              </a:extLst>
            </p:cNvPr>
            <p:cNvSpPr/>
            <p:nvPr/>
          </p:nvSpPr>
          <p:spPr>
            <a:xfrm>
              <a:off x="7922877" y="3796841"/>
              <a:ext cx="171450" cy="228600"/>
            </a:xfrm>
            <a:custGeom>
              <a:avLst/>
              <a:gdLst>
                <a:gd name="connsiteX0" fmla="*/ 67466 w 171450"/>
                <a:gd name="connsiteY0" fmla="*/ 43758 h 228600"/>
                <a:gd name="connsiteX1" fmla="*/ 58712 w 171450"/>
                <a:gd name="connsiteY1" fmla="*/ 93593 h 228600"/>
                <a:gd name="connsiteX2" fmla="*/ 59369 w 171450"/>
                <a:gd name="connsiteY2" fmla="*/ 94202 h 228600"/>
                <a:gd name="connsiteX3" fmla="*/ 78800 w 171450"/>
                <a:gd name="connsiteY3" fmla="*/ 81182 h 228600"/>
                <a:gd name="connsiteX4" fmla="*/ 102241 w 171450"/>
                <a:gd name="connsiteY4" fmla="*/ 77267 h 228600"/>
                <a:gd name="connsiteX5" fmla="*/ 131074 w 171450"/>
                <a:gd name="connsiteY5" fmla="*/ 83210 h 228600"/>
                <a:gd name="connsiteX6" fmla="*/ 152229 w 171450"/>
                <a:gd name="connsiteY6" fmla="*/ 99127 h 228600"/>
                <a:gd name="connsiteX7" fmla="*/ 165392 w 171450"/>
                <a:gd name="connsiteY7" fmla="*/ 122730 h 228600"/>
                <a:gd name="connsiteX8" fmla="*/ 169974 w 171450"/>
                <a:gd name="connsiteY8" fmla="*/ 151609 h 228600"/>
                <a:gd name="connsiteX9" fmla="*/ 163363 w 171450"/>
                <a:gd name="connsiteY9" fmla="*/ 182994 h 228600"/>
                <a:gd name="connsiteX10" fmla="*/ 145666 w 171450"/>
                <a:gd name="connsiteY10" fmla="*/ 208217 h 228600"/>
                <a:gd name="connsiteX11" fmla="*/ 119834 w 171450"/>
                <a:gd name="connsiteY11" fmla="*/ 224580 h 228600"/>
                <a:gd name="connsiteX12" fmla="*/ 88506 w 171450"/>
                <a:gd name="connsiteY12" fmla="*/ 230076 h 228600"/>
                <a:gd name="connsiteX13" fmla="*/ 57950 w 171450"/>
                <a:gd name="connsiteY13" fmla="*/ 225819 h 228600"/>
                <a:gd name="connsiteX14" fmla="*/ 32166 w 171450"/>
                <a:gd name="connsiteY14" fmla="*/ 212893 h 228600"/>
                <a:gd name="connsiteX15" fmla="*/ 14164 w 171450"/>
                <a:gd name="connsiteY15" fmla="*/ 191129 h 228600"/>
                <a:gd name="connsiteX16" fmla="*/ 7144 w 171450"/>
                <a:gd name="connsiteY16" fmla="*/ 160925 h 228600"/>
                <a:gd name="connsiteX17" fmla="*/ 51597 w 171450"/>
                <a:gd name="connsiteY17" fmla="*/ 160925 h 228600"/>
                <a:gd name="connsiteX18" fmla="*/ 62884 w 171450"/>
                <a:gd name="connsiteY18" fmla="*/ 184814 h 228600"/>
                <a:gd name="connsiteX19" fmla="*/ 87554 w 171450"/>
                <a:gd name="connsiteY19" fmla="*/ 193777 h 228600"/>
                <a:gd name="connsiteX20" fmla="*/ 103318 w 171450"/>
                <a:gd name="connsiteY20" fmla="*/ 190214 h 228600"/>
                <a:gd name="connsiteX21" fmla="*/ 115262 w 171450"/>
                <a:gd name="connsiteY21" fmla="*/ 180851 h 228600"/>
                <a:gd name="connsiteX22" fmla="*/ 122739 w 171450"/>
                <a:gd name="connsiteY22" fmla="*/ 167430 h 228600"/>
                <a:gd name="connsiteX23" fmla="*/ 125435 w 171450"/>
                <a:gd name="connsiteY23" fmla="*/ 151667 h 228600"/>
                <a:gd name="connsiteX24" fmla="*/ 122882 w 171450"/>
                <a:gd name="connsiteY24" fmla="*/ 135760 h 228600"/>
                <a:gd name="connsiteX25" fmla="*/ 115414 w 171450"/>
                <a:gd name="connsiteY25" fmla="*/ 122692 h 228600"/>
                <a:gd name="connsiteX26" fmla="*/ 103461 w 171450"/>
                <a:gd name="connsiteY26" fmla="*/ 113948 h 228600"/>
                <a:gd name="connsiteX27" fmla="*/ 87544 w 171450"/>
                <a:gd name="connsiteY27" fmla="*/ 110890 h 228600"/>
                <a:gd name="connsiteX28" fmla="*/ 68170 w 171450"/>
                <a:gd name="connsiteY28" fmla="*/ 115062 h 228600"/>
                <a:gd name="connsiteX29" fmla="*/ 54035 w 171450"/>
                <a:gd name="connsiteY29" fmla="*/ 128387 h 228600"/>
                <a:gd name="connsiteX30" fmla="*/ 14011 w 171450"/>
                <a:gd name="connsiteY30" fmla="*/ 128387 h 228600"/>
                <a:gd name="connsiteX31" fmla="*/ 35623 w 171450"/>
                <a:gd name="connsiteY31" fmla="*/ 7144 h 228600"/>
                <a:gd name="connsiteX32" fmla="*/ 158086 w 171450"/>
                <a:gd name="connsiteY32" fmla="*/ 7144 h 228600"/>
                <a:gd name="connsiteX33" fmla="*/ 158086 w 171450"/>
                <a:gd name="connsiteY33" fmla="*/ 43767 h 228600"/>
                <a:gd name="connsiteX34" fmla="*/ 67466 w 171450"/>
                <a:gd name="connsiteY34" fmla="*/ 43767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71450" h="228600">
                  <a:moveTo>
                    <a:pt x="67466" y="43758"/>
                  </a:moveTo>
                  <a:lnTo>
                    <a:pt x="58712" y="93593"/>
                  </a:lnTo>
                  <a:lnTo>
                    <a:pt x="59369" y="94202"/>
                  </a:lnTo>
                  <a:cubicBezTo>
                    <a:pt x="65475" y="88154"/>
                    <a:pt x="71933" y="83772"/>
                    <a:pt x="78800" y="81182"/>
                  </a:cubicBezTo>
                  <a:cubicBezTo>
                    <a:pt x="85668" y="78524"/>
                    <a:pt x="93497" y="77267"/>
                    <a:pt x="102241" y="77267"/>
                  </a:cubicBezTo>
                  <a:cubicBezTo>
                    <a:pt x="113128" y="77267"/>
                    <a:pt x="122730" y="79248"/>
                    <a:pt x="131074" y="83210"/>
                  </a:cubicBezTo>
                  <a:cubicBezTo>
                    <a:pt x="139408" y="87182"/>
                    <a:pt x="146485" y="92469"/>
                    <a:pt x="152229" y="99127"/>
                  </a:cubicBezTo>
                  <a:cubicBezTo>
                    <a:pt x="157972" y="105785"/>
                    <a:pt x="162354" y="113614"/>
                    <a:pt x="165392" y="122730"/>
                  </a:cubicBezTo>
                  <a:cubicBezTo>
                    <a:pt x="168450" y="131788"/>
                    <a:pt x="169974" y="141389"/>
                    <a:pt x="169974" y="151609"/>
                  </a:cubicBezTo>
                  <a:cubicBezTo>
                    <a:pt x="169974" y="162954"/>
                    <a:pt x="167735" y="173374"/>
                    <a:pt x="163363" y="182994"/>
                  </a:cubicBezTo>
                  <a:cubicBezTo>
                    <a:pt x="159001" y="192710"/>
                    <a:pt x="153038" y="201139"/>
                    <a:pt x="145666" y="208217"/>
                  </a:cubicBezTo>
                  <a:cubicBezTo>
                    <a:pt x="138189" y="215332"/>
                    <a:pt x="129597" y="220723"/>
                    <a:pt x="119834" y="224580"/>
                  </a:cubicBezTo>
                  <a:cubicBezTo>
                    <a:pt x="109976" y="228457"/>
                    <a:pt x="99593" y="230286"/>
                    <a:pt x="88506" y="230076"/>
                  </a:cubicBezTo>
                  <a:cubicBezTo>
                    <a:pt x="77829" y="230076"/>
                    <a:pt x="67656" y="228657"/>
                    <a:pt x="57950" y="225819"/>
                  </a:cubicBezTo>
                  <a:cubicBezTo>
                    <a:pt x="48282" y="223018"/>
                    <a:pt x="39691" y="218684"/>
                    <a:pt x="32166" y="212893"/>
                  </a:cubicBezTo>
                  <a:cubicBezTo>
                    <a:pt x="24632" y="206997"/>
                    <a:pt x="18640" y="199787"/>
                    <a:pt x="14164" y="191129"/>
                  </a:cubicBezTo>
                  <a:cubicBezTo>
                    <a:pt x="9687" y="182489"/>
                    <a:pt x="7344" y="172412"/>
                    <a:pt x="7144" y="160925"/>
                  </a:cubicBezTo>
                  <a:lnTo>
                    <a:pt x="51597" y="160925"/>
                  </a:lnTo>
                  <a:cubicBezTo>
                    <a:pt x="52616" y="170945"/>
                    <a:pt x="56369" y="178927"/>
                    <a:pt x="62884" y="184814"/>
                  </a:cubicBezTo>
                  <a:cubicBezTo>
                    <a:pt x="69294" y="190776"/>
                    <a:pt x="77533" y="193777"/>
                    <a:pt x="87554" y="193777"/>
                  </a:cubicBezTo>
                  <a:cubicBezTo>
                    <a:pt x="93402" y="193777"/>
                    <a:pt x="98689" y="192596"/>
                    <a:pt x="103318" y="190214"/>
                  </a:cubicBezTo>
                  <a:cubicBezTo>
                    <a:pt x="108042" y="187814"/>
                    <a:pt x="112014" y="184718"/>
                    <a:pt x="115262" y="180851"/>
                  </a:cubicBezTo>
                  <a:cubicBezTo>
                    <a:pt x="118462" y="176994"/>
                    <a:pt x="120958" y="172517"/>
                    <a:pt x="122739" y="167430"/>
                  </a:cubicBezTo>
                  <a:cubicBezTo>
                    <a:pt x="124568" y="162296"/>
                    <a:pt x="125435" y="157048"/>
                    <a:pt x="125435" y="151667"/>
                  </a:cubicBezTo>
                  <a:cubicBezTo>
                    <a:pt x="125435" y="146075"/>
                    <a:pt x="124568" y="140741"/>
                    <a:pt x="122882" y="135760"/>
                  </a:cubicBezTo>
                  <a:cubicBezTo>
                    <a:pt x="121263" y="130816"/>
                    <a:pt x="118720" y="126454"/>
                    <a:pt x="115414" y="122692"/>
                  </a:cubicBezTo>
                  <a:cubicBezTo>
                    <a:pt x="112052" y="118920"/>
                    <a:pt x="108137" y="115976"/>
                    <a:pt x="103461" y="113948"/>
                  </a:cubicBezTo>
                  <a:cubicBezTo>
                    <a:pt x="98889" y="111852"/>
                    <a:pt x="93602" y="110890"/>
                    <a:pt x="87544" y="110890"/>
                  </a:cubicBezTo>
                  <a:cubicBezTo>
                    <a:pt x="79610" y="110890"/>
                    <a:pt x="73152" y="112214"/>
                    <a:pt x="68170" y="115062"/>
                  </a:cubicBezTo>
                  <a:cubicBezTo>
                    <a:pt x="63084" y="117910"/>
                    <a:pt x="58407" y="122291"/>
                    <a:pt x="54035" y="128387"/>
                  </a:cubicBezTo>
                  <a:lnTo>
                    <a:pt x="14011" y="128387"/>
                  </a:lnTo>
                  <a:lnTo>
                    <a:pt x="35623" y="7144"/>
                  </a:lnTo>
                  <a:lnTo>
                    <a:pt x="158086" y="7144"/>
                  </a:lnTo>
                  <a:lnTo>
                    <a:pt x="158086" y="43767"/>
                  </a:lnTo>
                  <a:lnTo>
                    <a:pt x="67466" y="43767"/>
                  </a:lnTo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E3BD29D0-AC01-784D-AF85-55B2706DC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16361"/>
            <a:ext cx="9094851" cy="425437"/>
          </a:xfrm>
        </p:spPr>
        <p:txBody>
          <a:bodyPr/>
          <a:lstStyle>
            <a:lvl1pPr>
              <a:defRPr spc="10" baseline="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35C78-9380-BD46-BBA0-D5D03FDB1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CDC057-5502-074A-A021-09A39A76BE37}" type="slidenum">
              <a:rPr lang="ru-RU"/>
              <a:t>‹#›</a:t>
            </a:fld>
            <a:endParaRPr lang="ru-RU"/>
          </a:p>
        </p:txBody>
      </p:sp>
      <p:sp>
        <p:nvSpPr>
          <p:cNvPr id="17" name="Полилиния: фигура 8">
            <a:extLst>
              <a:ext uri="{FF2B5EF4-FFF2-40B4-BE49-F238E27FC236}">
                <a16:creationId xmlns:a16="http://schemas.microsoft.com/office/drawing/2014/main" id="{307DC457-2250-7C4F-B75F-FE84B8C7443E}"/>
              </a:ext>
            </a:extLst>
          </p:cNvPr>
          <p:cNvSpPr/>
          <p:nvPr/>
        </p:nvSpPr>
        <p:spPr>
          <a:xfrm>
            <a:off x="487593" y="329960"/>
            <a:ext cx="119880" cy="175538"/>
          </a:xfrm>
          <a:custGeom>
            <a:avLst/>
            <a:gdLst>
              <a:gd name="connsiteX0" fmla="*/ 125892 w 266700"/>
              <a:gd name="connsiteY0" fmla="*/ 7144 h 390525"/>
              <a:gd name="connsiteX1" fmla="*/ 7144 w 266700"/>
              <a:gd name="connsiteY1" fmla="*/ 7144 h 390525"/>
              <a:gd name="connsiteX2" fmla="*/ 143589 w 266700"/>
              <a:gd name="connsiteY2" fmla="*/ 198568 h 390525"/>
              <a:gd name="connsiteX3" fmla="*/ 7144 w 266700"/>
              <a:gd name="connsiteY3" fmla="*/ 390649 h 390525"/>
              <a:gd name="connsiteX4" fmla="*/ 125892 w 266700"/>
              <a:gd name="connsiteY4" fmla="*/ 390649 h 390525"/>
              <a:gd name="connsiteX5" fmla="*/ 262385 w 266700"/>
              <a:gd name="connsiteY5" fmla="*/ 198568 h 390525"/>
              <a:gd name="connsiteX6" fmla="*/ 125892 w 266700"/>
              <a:gd name="connsiteY6" fmla="*/ 7144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" h="390525">
                <a:moveTo>
                  <a:pt x="125892" y="7144"/>
                </a:moveTo>
                <a:lnTo>
                  <a:pt x="7144" y="7144"/>
                </a:lnTo>
                <a:lnTo>
                  <a:pt x="143589" y="198568"/>
                </a:lnTo>
                <a:lnTo>
                  <a:pt x="7144" y="390649"/>
                </a:lnTo>
                <a:lnTo>
                  <a:pt x="125892" y="390649"/>
                </a:lnTo>
                <a:lnTo>
                  <a:pt x="262385" y="198568"/>
                </a:lnTo>
                <a:lnTo>
                  <a:pt x="125892" y="7144"/>
                </a:lnTo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31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3735C78-9380-BD46-BBA0-D5D03FDB1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060205" y="6492875"/>
            <a:ext cx="436469" cy="365125"/>
          </a:xfrm>
        </p:spPr>
        <p:txBody>
          <a:bodyPr/>
          <a:lstStyle/>
          <a:p>
            <a:fld id="{9ECDC057-5502-074A-A021-09A39A76BE37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9169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7">
            <a:extLst>
              <a:ext uri="{FF2B5EF4-FFF2-40B4-BE49-F238E27FC236}">
                <a16:creationId xmlns:a16="http://schemas.microsoft.com/office/drawing/2014/main" id="{7DD5D7D3-6EEF-FB42-A08E-8B4D998154A8}"/>
              </a:ext>
            </a:extLst>
          </p:cNvPr>
          <p:cNvGrpSpPr/>
          <p:nvPr userDrawn="1"/>
        </p:nvGrpSpPr>
        <p:grpSpPr>
          <a:xfrm>
            <a:off x="10827498" y="186317"/>
            <a:ext cx="682625" cy="409523"/>
            <a:chOff x="7443370" y="3710735"/>
            <a:chExt cx="650957" cy="390525"/>
          </a:xfrm>
        </p:grpSpPr>
        <p:sp>
          <p:nvSpPr>
            <p:cNvPr id="12" name="Полилиния: фигура 8">
              <a:extLst>
                <a:ext uri="{FF2B5EF4-FFF2-40B4-BE49-F238E27FC236}">
                  <a16:creationId xmlns:a16="http://schemas.microsoft.com/office/drawing/2014/main" id="{5C8AD3A7-5FE1-D741-AA1D-98DCA1F5CEBA}"/>
                </a:ext>
              </a:extLst>
            </p:cNvPr>
            <p:cNvSpPr/>
            <p:nvPr/>
          </p:nvSpPr>
          <p:spPr>
            <a:xfrm>
              <a:off x="7443370" y="3710735"/>
              <a:ext cx="266700" cy="390525"/>
            </a:xfrm>
            <a:custGeom>
              <a:avLst/>
              <a:gdLst>
                <a:gd name="connsiteX0" fmla="*/ 125892 w 266700"/>
                <a:gd name="connsiteY0" fmla="*/ 7144 h 390525"/>
                <a:gd name="connsiteX1" fmla="*/ 7144 w 266700"/>
                <a:gd name="connsiteY1" fmla="*/ 7144 h 390525"/>
                <a:gd name="connsiteX2" fmla="*/ 143589 w 266700"/>
                <a:gd name="connsiteY2" fmla="*/ 198568 h 390525"/>
                <a:gd name="connsiteX3" fmla="*/ 7144 w 266700"/>
                <a:gd name="connsiteY3" fmla="*/ 390649 h 390525"/>
                <a:gd name="connsiteX4" fmla="*/ 125892 w 266700"/>
                <a:gd name="connsiteY4" fmla="*/ 390649 h 390525"/>
                <a:gd name="connsiteX5" fmla="*/ 262385 w 266700"/>
                <a:gd name="connsiteY5" fmla="*/ 198568 h 390525"/>
                <a:gd name="connsiteX6" fmla="*/ 125892 w 266700"/>
                <a:gd name="connsiteY6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6700" h="390525">
                  <a:moveTo>
                    <a:pt x="125892" y="7144"/>
                  </a:moveTo>
                  <a:lnTo>
                    <a:pt x="7144" y="7144"/>
                  </a:lnTo>
                  <a:lnTo>
                    <a:pt x="143589" y="198568"/>
                  </a:lnTo>
                  <a:lnTo>
                    <a:pt x="7144" y="390649"/>
                  </a:lnTo>
                  <a:lnTo>
                    <a:pt x="125892" y="390649"/>
                  </a:lnTo>
                  <a:lnTo>
                    <a:pt x="262385" y="198568"/>
                  </a:lnTo>
                  <a:lnTo>
                    <a:pt x="125892" y="7144"/>
                  </a:ln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9">
              <a:extLst>
                <a:ext uri="{FF2B5EF4-FFF2-40B4-BE49-F238E27FC236}">
                  <a16:creationId xmlns:a16="http://schemas.microsoft.com/office/drawing/2014/main" id="{66FE0565-F5B2-194E-9693-46384DDBBF03}"/>
                </a:ext>
              </a:extLst>
            </p:cNvPr>
            <p:cNvSpPr/>
            <p:nvPr/>
          </p:nvSpPr>
          <p:spPr>
            <a:xfrm>
              <a:off x="7707050" y="3796527"/>
              <a:ext cx="219075" cy="228600"/>
            </a:xfrm>
            <a:custGeom>
              <a:avLst/>
              <a:gdLst>
                <a:gd name="connsiteX0" fmla="*/ 13097 w 219075"/>
                <a:gd name="connsiteY0" fmla="*/ 7144 h 228600"/>
                <a:gd name="connsiteX1" fmla="*/ 70104 w 219075"/>
                <a:gd name="connsiteY1" fmla="*/ 7144 h 228600"/>
                <a:gd name="connsiteX2" fmla="*/ 113938 w 219075"/>
                <a:gd name="connsiteY2" fmla="*/ 78553 h 228600"/>
                <a:gd name="connsiteX3" fmla="*/ 159296 w 219075"/>
                <a:gd name="connsiteY3" fmla="*/ 7144 h 228600"/>
                <a:gd name="connsiteX4" fmla="*/ 213103 w 219075"/>
                <a:gd name="connsiteY4" fmla="*/ 7144 h 228600"/>
                <a:gd name="connsiteX5" fmla="*/ 141503 w 219075"/>
                <a:gd name="connsiteY5" fmla="*/ 113833 h 228600"/>
                <a:gd name="connsiteX6" fmla="*/ 219361 w 219075"/>
                <a:gd name="connsiteY6" fmla="*/ 230696 h 228600"/>
                <a:gd name="connsiteX7" fmla="*/ 160830 w 219075"/>
                <a:gd name="connsiteY7" fmla="*/ 230696 h 228600"/>
                <a:gd name="connsiteX8" fmla="*/ 112052 w 219075"/>
                <a:gd name="connsiteY8" fmla="*/ 153343 h 228600"/>
                <a:gd name="connsiteX9" fmla="*/ 62265 w 219075"/>
                <a:gd name="connsiteY9" fmla="*/ 230696 h 228600"/>
                <a:gd name="connsiteX10" fmla="*/ 7144 w 219075"/>
                <a:gd name="connsiteY10" fmla="*/ 230696 h 228600"/>
                <a:gd name="connsiteX11" fmla="*/ 85153 w 219075"/>
                <a:gd name="connsiteY11" fmla="*/ 113538 h 228600"/>
                <a:gd name="connsiteX12" fmla="*/ 13097 w 219075"/>
                <a:gd name="connsiteY12" fmla="*/ 7144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9075" h="228600">
                  <a:moveTo>
                    <a:pt x="13097" y="7144"/>
                  </a:moveTo>
                  <a:lnTo>
                    <a:pt x="70104" y="7144"/>
                  </a:lnTo>
                  <a:lnTo>
                    <a:pt x="113938" y="78553"/>
                  </a:lnTo>
                  <a:lnTo>
                    <a:pt x="159296" y="7144"/>
                  </a:lnTo>
                  <a:lnTo>
                    <a:pt x="213103" y="7144"/>
                  </a:lnTo>
                  <a:lnTo>
                    <a:pt x="141503" y="113833"/>
                  </a:lnTo>
                  <a:lnTo>
                    <a:pt x="219361" y="230696"/>
                  </a:lnTo>
                  <a:lnTo>
                    <a:pt x="160830" y="230696"/>
                  </a:lnTo>
                  <a:lnTo>
                    <a:pt x="112052" y="153343"/>
                  </a:lnTo>
                  <a:lnTo>
                    <a:pt x="62265" y="230696"/>
                  </a:lnTo>
                  <a:lnTo>
                    <a:pt x="7144" y="230696"/>
                  </a:lnTo>
                  <a:lnTo>
                    <a:pt x="85153" y="113538"/>
                  </a:lnTo>
                  <a:lnTo>
                    <a:pt x="13097" y="7144"/>
                  </a:lnTo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1">
              <a:extLst>
                <a:ext uri="{FF2B5EF4-FFF2-40B4-BE49-F238E27FC236}">
                  <a16:creationId xmlns:a16="http://schemas.microsoft.com/office/drawing/2014/main" id="{81221331-60F6-4E4A-B0A3-2CD9376CF1CE}"/>
                </a:ext>
              </a:extLst>
            </p:cNvPr>
            <p:cNvSpPr/>
            <p:nvPr/>
          </p:nvSpPr>
          <p:spPr>
            <a:xfrm>
              <a:off x="7922877" y="3796841"/>
              <a:ext cx="171450" cy="228600"/>
            </a:xfrm>
            <a:custGeom>
              <a:avLst/>
              <a:gdLst>
                <a:gd name="connsiteX0" fmla="*/ 67466 w 171450"/>
                <a:gd name="connsiteY0" fmla="*/ 43758 h 228600"/>
                <a:gd name="connsiteX1" fmla="*/ 58712 w 171450"/>
                <a:gd name="connsiteY1" fmla="*/ 93593 h 228600"/>
                <a:gd name="connsiteX2" fmla="*/ 59369 w 171450"/>
                <a:gd name="connsiteY2" fmla="*/ 94202 h 228600"/>
                <a:gd name="connsiteX3" fmla="*/ 78800 w 171450"/>
                <a:gd name="connsiteY3" fmla="*/ 81182 h 228600"/>
                <a:gd name="connsiteX4" fmla="*/ 102241 w 171450"/>
                <a:gd name="connsiteY4" fmla="*/ 77267 h 228600"/>
                <a:gd name="connsiteX5" fmla="*/ 131074 w 171450"/>
                <a:gd name="connsiteY5" fmla="*/ 83210 h 228600"/>
                <a:gd name="connsiteX6" fmla="*/ 152229 w 171450"/>
                <a:gd name="connsiteY6" fmla="*/ 99127 h 228600"/>
                <a:gd name="connsiteX7" fmla="*/ 165392 w 171450"/>
                <a:gd name="connsiteY7" fmla="*/ 122730 h 228600"/>
                <a:gd name="connsiteX8" fmla="*/ 169974 w 171450"/>
                <a:gd name="connsiteY8" fmla="*/ 151609 h 228600"/>
                <a:gd name="connsiteX9" fmla="*/ 163363 w 171450"/>
                <a:gd name="connsiteY9" fmla="*/ 182994 h 228600"/>
                <a:gd name="connsiteX10" fmla="*/ 145666 w 171450"/>
                <a:gd name="connsiteY10" fmla="*/ 208217 h 228600"/>
                <a:gd name="connsiteX11" fmla="*/ 119834 w 171450"/>
                <a:gd name="connsiteY11" fmla="*/ 224580 h 228600"/>
                <a:gd name="connsiteX12" fmla="*/ 88506 w 171450"/>
                <a:gd name="connsiteY12" fmla="*/ 230076 h 228600"/>
                <a:gd name="connsiteX13" fmla="*/ 57950 w 171450"/>
                <a:gd name="connsiteY13" fmla="*/ 225819 h 228600"/>
                <a:gd name="connsiteX14" fmla="*/ 32166 w 171450"/>
                <a:gd name="connsiteY14" fmla="*/ 212893 h 228600"/>
                <a:gd name="connsiteX15" fmla="*/ 14164 w 171450"/>
                <a:gd name="connsiteY15" fmla="*/ 191129 h 228600"/>
                <a:gd name="connsiteX16" fmla="*/ 7144 w 171450"/>
                <a:gd name="connsiteY16" fmla="*/ 160925 h 228600"/>
                <a:gd name="connsiteX17" fmla="*/ 51597 w 171450"/>
                <a:gd name="connsiteY17" fmla="*/ 160925 h 228600"/>
                <a:gd name="connsiteX18" fmla="*/ 62884 w 171450"/>
                <a:gd name="connsiteY18" fmla="*/ 184814 h 228600"/>
                <a:gd name="connsiteX19" fmla="*/ 87554 w 171450"/>
                <a:gd name="connsiteY19" fmla="*/ 193777 h 228600"/>
                <a:gd name="connsiteX20" fmla="*/ 103318 w 171450"/>
                <a:gd name="connsiteY20" fmla="*/ 190214 h 228600"/>
                <a:gd name="connsiteX21" fmla="*/ 115262 w 171450"/>
                <a:gd name="connsiteY21" fmla="*/ 180851 h 228600"/>
                <a:gd name="connsiteX22" fmla="*/ 122739 w 171450"/>
                <a:gd name="connsiteY22" fmla="*/ 167430 h 228600"/>
                <a:gd name="connsiteX23" fmla="*/ 125435 w 171450"/>
                <a:gd name="connsiteY23" fmla="*/ 151667 h 228600"/>
                <a:gd name="connsiteX24" fmla="*/ 122882 w 171450"/>
                <a:gd name="connsiteY24" fmla="*/ 135760 h 228600"/>
                <a:gd name="connsiteX25" fmla="*/ 115414 w 171450"/>
                <a:gd name="connsiteY25" fmla="*/ 122692 h 228600"/>
                <a:gd name="connsiteX26" fmla="*/ 103461 w 171450"/>
                <a:gd name="connsiteY26" fmla="*/ 113948 h 228600"/>
                <a:gd name="connsiteX27" fmla="*/ 87544 w 171450"/>
                <a:gd name="connsiteY27" fmla="*/ 110890 h 228600"/>
                <a:gd name="connsiteX28" fmla="*/ 68170 w 171450"/>
                <a:gd name="connsiteY28" fmla="*/ 115062 h 228600"/>
                <a:gd name="connsiteX29" fmla="*/ 54035 w 171450"/>
                <a:gd name="connsiteY29" fmla="*/ 128387 h 228600"/>
                <a:gd name="connsiteX30" fmla="*/ 14011 w 171450"/>
                <a:gd name="connsiteY30" fmla="*/ 128387 h 228600"/>
                <a:gd name="connsiteX31" fmla="*/ 35623 w 171450"/>
                <a:gd name="connsiteY31" fmla="*/ 7144 h 228600"/>
                <a:gd name="connsiteX32" fmla="*/ 158086 w 171450"/>
                <a:gd name="connsiteY32" fmla="*/ 7144 h 228600"/>
                <a:gd name="connsiteX33" fmla="*/ 158086 w 171450"/>
                <a:gd name="connsiteY33" fmla="*/ 43767 h 228600"/>
                <a:gd name="connsiteX34" fmla="*/ 67466 w 171450"/>
                <a:gd name="connsiteY34" fmla="*/ 43767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71450" h="228600">
                  <a:moveTo>
                    <a:pt x="67466" y="43758"/>
                  </a:moveTo>
                  <a:lnTo>
                    <a:pt x="58712" y="93593"/>
                  </a:lnTo>
                  <a:lnTo>
                    <a:pt x="59369" y="94202"/>
                  </a:lnTo>
                  <a:cubicBezTo>
                    <a:pt x="65475" y="88154"/>
                    <a:pt x="71933" y="83772"/>
                    <a:pt x="78800" y="81182"/>
                  </a:cubicBezTo>
                  <a:cubicBezTo>
                    <a:pt x="85668" y="78524"/>
                    <a:pt x="93497" y="77267"/>
                    <a:pt x="102241" y="77267"/>
                  </a:cubicBezTo>
                  <a:cubicBezTo>
                    <a:pt x="113128" y="77267"/>
                    <a:pt x="122730" y="79248"/>
                    <a:pt x="131074" y="83210"/>
                  </a:cubicBezTo>
                  <a:cubicBezTo>
                    <a:pt x="139408" y="87182"/>
                    <a:pt x="146485" y="92469"/>
                    <a:pt x="152229" y="99127"/>
                  </a:cubicBezTo>
                  <a:cubicBezTo>
                    <a:pt x="157972" y="105785"/>
                    <a:pt x="162354" y="113614"/>
                    <a:pt x="165392" y="122730"/>
                  </a:cubicBezTo>
                  <a:cubicBezTo>
                    <a:pt x="168450" y="131788"/>
                    <a:pt x="169974" y="141389"/>
                    <a:pt x="169974" y="151609"/>
                  </a:cubicBezTo>
                  <a:cubicBezTo>
                    <a:pt x="169974" y="162954"/>
                    <a:pt x="167735" y="173374"/>
                    <a:pt x="163363" y="182994"/>
                  </a:cubicBezTo>
                  <a:cubicBezTo>
                    <a:pt x="159001" y="192710"/>
                    <a:pt x="153038" y="201139"/>
                    <a:pt x="145666" y="208217"/>
                  </a:cubicBezTo>
                  <a:cubicBezTo>
                    <a:pt x="138189" y="215332"/>
                    <a:pt x="129597" y="220723"/>
                    <a:pt x="119834" y="224580"/>
                  </a:cubicBezTo>
                  <a:cubicBezTo>
                    <a:pt x="109976" y="228457"/>
                    <a:pt x="99593" y="230286"/>
                    <a:pt x="88506" y="230076"/>
                  </a:cubicBezTo>
                  <a:cubicBezTo>
                    <a:pt x="77829" y="230076"/>
                    <a:pt x="67656" y="228657"/>
                    <a:pt x="57950" y="225819"/>
                  </a:cubicBezTo>
                  <a:cubicBezTo>
                    <a:pt x="48282" y="223018"/>
                    <a:pt x="39691" y="218684"/>
                    <a:pt x="32166" y="212893"/>
                  </a:cubicBezTo>
                  <a:cubicBezTo>
                    <a:pt x="24632" y="206997"/>
                    <a:pt x="18640" y="199787"/>
                    <a:pt x="14164" y="191129"/>
                  </a:cubicBezTo>
                  <a:cubicBezTo>
                    <a:pt x="9687" y="182489"/>
                    <a:pt x="7344" y="172412"/>
                    <a:pt x="7144" y="160925"/>
                  </a:cubicBezTo>
                  <a:lnTo>
                    <a:pt x="51597" y="160925"/>
                  </a:lnTo>
                  <a:cubicBezTo>
                    <a:pt x="52616" y="170945"/>
                    <a:pt x="56369" y="178927"/>
                    <a:pt x="62884" y="184814"/>
                  </a:cubicBezTo>
                  <a:cubicBezTo>
                    <a:pt x="69294" y="190776"/>
                    <a:pt x="77533" y="193777"/>
                    <a:pt x="87554" y="193777"/>
                  </a:cubicBezTo>
                  <a:cubicBezTo>
                    <a:pt x="93402" y="193777"/>
                    <a:pt x="98689" y="192596"/>
                    <a:pt x="103318" y="190214"/>
                  </a:cubicBezTo>
                  <a:cubicBezTo>
                    <a:pt x="108042" y="187814"/>
                    <a:pt x="112014" y="184718"/>
                    <a:pt x="115262" y="180851"/>
                  </a:cubicBezTo>
                  <a:cubicBezTo>
                    <a:pt x="118462" y="176994"/>
                    <a:pt x="120958" y="172517"/>
                    <a:pt x="122739" y="167430"/>
                  </a:cubicBezTo>
                  <a:cubicBezTo>
                    <a:pt x="124568" y="162296"/>
                    <a:pt x="125435" y="157048"/>
                    <a:pt x="125435" y="151667"/>
                  </a:cubicBezTo>
                  <a:cubicBezTo>
                    <a:pt x="125435" y="146075"/>
                    <a:pt x="124568" y="140741"/>
                    <a:pt x="122882" y="135760"/>
                  </a:cubicBezTo>
                  <a:cubicBezTo>
                    <a:pt x="121263" y="130816"/>
                    <a:pt x="118720" y="126454"/>
                    <a:pt x="115414" y="122692"/>
                  </a:cubicBezTo>
                  <a:cubicBezTo>
                    <a:pt x="112052" y="118920"/>
                    <a:pt x="108137" y="115976"/>
                    <a:pt x="103461" y="113948"/>
                  </a:cubicBezTo>
                  <a:cubicBezTo>
                    <a:pt x="98889" y="111852"/>
                    <a:pt x="93602" y="110890"/>
                    <a:pt x="87544" y="110890"/>
                  </a:cubicBezTo>
                  <a:cubicBezTo>
                    <a:pt x="79610" y="110890"/>
                    <a:pt x="73152" y="112214"/>
                    <a:pt x="68170" y="115062"/>
                  </a:cubicBezTo>
                  <a:cubicBezTo>
                    <a:pt x="63084" y="117910"/>
                    <a:pt x="58407" y="122291"/>
                    <a:pt x="54035" y="128387"/>
                  </a:cubicBezTo>
                  <a:lnTo>
                    <a:pt x="14011" y="128387"/>
                  </a:lnTo>
                  <a:lnTo>
                    <a:pt x="35623" y="7144"/>
                  </a:lnTo>
                  <a:lnTo>
                    <a:pt x="158086" y="7144"/>
                  </a:lnTo>
                  <a:lnTo>
                    <a:pt x="158086" y="43767"/>
                  </a:lnTo>
                  <a:lnTo>
                    <a:pt x="67466" y="43767"/>
                  </a:lnTo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E3BD29D0-AC01-784D-AF85-55B2706D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pc="10" baseline="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17" name="Полилиния: фигура 8">
            <a:extLst>
              <a:ext uri="{FF2B5EF4-FFF2-40B4-BE49-F238E27FC236}">
                <a16:creationId xmlns:a16="http://schemas.microsoft.com/office/drawing/2014/main" id="{307DC457-2250-7C4F-B75F-FE84B8C7443E}"/>
              </a:ext>
            </a:extLst>
          </p:cNvPr>
          <p:cNvSpPr/>
          <p:nvPr/>
        </p:nvSpPr>
        <p:spPr>
          <a:xfrm>
            <a:off x="487593" y="329960"/>
            <a:ext cx="119880" cy="175538"/>
          </a:xfrm>
          <a:custGeom>
            <a:avLst/>
            <a:gdLst>
              <a:gd name="connsiteX0" fmla="*/ 125892 w 266700"/>
              <a:gd name="connsiteY0" fmla="*/ 7144 h 390525"/>
              <a:gd name="connsiteX1" fmla="*/ 7144 w 266700"/>
              <a:gd name="connsiteY1" fmla="*/ 7144 h 390525"/>
              <a:gd name="connsiteX2" fmla="*/ 143589 w 266700"/>
              <a:gd name="connsiteY2" fmla="*/ 198568 h 390525"/>
              <a:gd name="connsiteX3" fmla="*/ 7144 w 266700"/>
              <a:gd name="connsiteY3" fmla="*/ 390649 h 390525"/>
              <a:gd name="connsiteX4" fmla="*/ 125892 w 266700"/>
              <a:gd name="connsiteY4" fmla="*/ 390649 h 390525"/>
              <a:gd name="connsiteX5" fmla="*/ 262385 w 266700"/>
              <a:gd name="connsiteY5" fmla="*/ 198568 h 390525"/>
              <a:gd name="connsiteX6" fmla="*/ 125892 w 266700"/>
              <a:gd name="connsiteY6" fmla="*/ 7144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" h="390525">
                <a:moveTo>
                  <a:pt x="125892" y="7144"/>
                </a:moveTo>
                <a:lnTo>
                  <a:pt x="7144" y="7144"/>
                </a:lnTo>
                <a:lnTo>
                  <a:pt x="143589" y="198568"/>
                </a:lnTo>
                <a:lnTo>
                  <a:pt x="7144" y="390649"/>
                </a:lnTo>
                <a:lnTo>
                  <a:pt x="125892" y="390649"/>
                </a:lnTo>
                <a:lnTo>
                  <a:pt x="262385" y="198568"/>
                </a:lnTo>
                <a:lnTo>
                  <a:pt x="125892" y="7144"/>
                </a:lnTo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33735C78-9380-BD46-BBA0-D5D03FDB1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060205" y="6492875"/>
            <a:ext cx="436469" cy="365125"/>
          </a:xfrm>
        </p:spPr>
        <p:txBody>
          <a:bodyPr/>
          <a:lstStyle/>
          <a:p>
            <a:fld id="{9ECDC057-5502-074A-A021-09A39A76BE37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786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4" name="Объект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sz="2400" b="1" i="0" baseline="0" dirty="0">
              <a:latin typeface="Bandera Pro Bold"/>
              <a:ea typeface="+mj-ea"/>
              <a:cs typeface="+mj-cs"/>
              <a:sym typeface="Bandera Pro Bold"/>
            </a:endParaRPr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AEB83B9B-DC7E-4398-A354-ACC58B0C3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49" y="272262"/>
            <a:ext cx="11232987" cy="553243"/>
          </a:xfrm>
        </p:spPr>
        <p:txBody>
          <a:bodyPr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6" name="Текст 15"/>
          <p:cNvSpPr>
            <a:spLocks noGrp="1"/>
          </p:cNvSpPr>
          <p:nvPr>
            <p:ph type="body" sz="quarter" idx="10" hasCustomPrompt="1"/>
          </p:nvPr>
        </p:nvSpPr>
        <p:spPr>
          <a:xfrm>
            <a:off x="1207364" y="6461140"/>
            <a:ext cx="4888637" cy="261939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ru-RU" sz="1000" i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Источники:</a:t>
            </a:r>
          </a:p>
        </p:txBody>
      </p:sp>
      <p:sp>
        <p:nvSpPr>
          <p:cNvPr id="17" name="Текст 15"/>
          <p:cNvSpPr>
            <a:spLocks noGrp="1"/>
          </p:cNvSpPr>
          <p:nvPr>
            <p:ph type="body" sz="quarter" idx="11" hasCustomPrompt="1"/>
          </p:nvPr>
        </p:nvSpPr>
        <p:spPr>
          <a:xfrm>
            <a:off x="6250796" y="6461140"/>
            <a:ext cx="4888637" cy="261939"/>
          </a:xfrm>
        </p:spPr>
        <p:txBody>
          <a:bodyPr anchor="ctr">
            <a:noAutofit/>
          </a:bodyPr>
          <a:lstStyle>
            <a:lvl1pPr>
              <a:defRPr sz="10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Примечание: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33735C78-9380-BD46-BBA0-D5D03FDB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0205" y="6492875"/>
            <a:ext cx="436469" cy="365125"/>
          </a:xfrm>
        </p:spPr>
        <p:txBody>
          <a:bodyPr/>
          <a:lstStyle/>
          <a:p>
            <a:fld id="{9ECDC057-5502-074A-A021-09A39A76BE37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3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8">
          <p15:clr>
            <a:srgbClr val="CCCCCC"/>
          </p15:clr>
        </p15:guide>
        <p15:guide id="2" pos="4976">
          <p15:clr>
            <a:srgbClr val="CCCCCC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09600" y="6356367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165600" y="635636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33735C78-9380-BD46-BBA0-D5D03FDB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0205" y="6492875"/>
            <a:ext cx="436469" cy="365125"/>
          </a:xfrm>
        </p:spPr>
        <p:txBody>
          <a:bodyPr/>
          <a:lstStyle/>
          <a:p>
            <a:fld id="{9ECDC057-5502-074A-A021-09A39A76BE37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094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Основной шаблон - Х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7">
            <a:extLst>
              <a:ext uri="{FF2B5EF4-FFF2-40B4-BE49-F238E27FC236}">
                <a16:creationId xmlns:a16="http://schemas.microsoft.com/office/drawing/2014/main" id="{7DD5D7D3-6EEF-FB42-A08E-8B4D998154A8}"/>
              </a:ext>
            </a:extLst>
          </p:cNvPr>
          <p:cNvGrpSpPr/>
          <p:nvPr userDrawn="1"/>
        </p:nvGrpSpPr>
        <p:grpSpPr>
          <a:xfrm>
            <a:off x="10827498" y="186317"/>
            <a:ext cx="682625" cy="409523"/>
            <a:chOff x="7443370" y="3710735"/>
            <a:chExt cx="650957" cy="390525"/>
          </a:xfrm>
        </p:grpSpPr>
        <p:sp>
          <p:nvSpPr>
            <p:cNvPr id="12" name="Полилиния: фигура 8">
              <a:extLst>
                <a:ext uri="{FF2B5EF4-FFF2-40B4-BE49-F238E27FC236}">
                  <a16:creationId xmlns:a16="http://schemas.microsoft.com/office/drawing/2014/main" id="{5C8AD3A7-5FE1-D741-AA1D-98DCA1F5CEBA}"/>
                </a:ext>
              </a:extLst>
            </p:cNvPr>
            <p:cNvSpPr/>
            <p:nvPr/>
          </p:nvSpPr>
          <p:spPr>
            <a:xfrm>
              <a:off x="7443370" y="3710735"/>
              <a:ext cx="266700" cy="390525"/>
            </a:xfrm>
            <a:custGeom>
              <a:avLst/>
              <a:gdLst>
                <a:gd name="connsiteX0" fmla="*/ 125892 w 266700"/>
                <a:gd name="connsiteY0" fmla="*/ 7144 h 390525"/>
                <a:gd name="connsiteX1" fmla="*/ 7144 w 266700"/>
                <a:gd name="connsiteY1" fmla="*/ 7144 h 390525"/>
                <a:gd name="connsiteX2" fmla="*/ 143589 w 266700"/>
                <a:gd name="connsiteY2" fmla="*/ 198568 h 390525"/>
                <a:gd name="connsiteX3" fmla="*/ 7144 w 266700"/>
                <a:gd name="connsiteY3" fmla="*/ 390649 h 390525"/>
                <a:gd name="connsiteX4" fmla="*/ 125892 w 266700"/>
                <a:gd name="connsiteY4" fmla="*/ 390649 h 390525"/>
                <a:gd name="connsiteX5" fmla="*/ 262385 w 266700"/>
                <a:gd name="connsiteY5" fmla="*/ 198568 h 390525"/>
                <a:gd name="connsiteX6" fmla="*/ 125892 w 266700"/>
                <a:gd name="connsiteY6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6700" h="390525">
                  <a:moveTo>
                    <a:pt x="125892" y="7144"/>
                  </a:moveTo>
                  <a:lnTo>
                    <a:pt x="7144" y="7144"/>
                  </a:lnTo>
                  <a:lnTo>
                    <a:pt x="143589" y="198568"/>
                  </a:lnTo>
                  <a:lnTo>
                    <a:pt x="7144" y="390649"/>
                  </a:lnTo>
                  <a:lnTo>
                    <a:pt x="125892" y="390649"/>
                  </a:lnTo>
                  <a:lnTo>
                    <a:pt x="262385" y="198568"/>
                  </a:lnTo>
                  <a:lnTo>
                    <a:pt x="125892" y="7144"/>
                  </a:ln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9">
              <a:extLst>
                <a:ext uri="{FF2B5EF4-FFF2-40B4-BE49-F238E27FC236}">
                  <a16:creationId xmlns:a16="http://schemas.microsoft.com/office/drawing/2014/main" id="{66FE0565-F5B2-194E-9693-46384DDBBF03}"/>
                </a:ext>
              </a:extLst>
            </p:cNvPr>
            <p:cNvSpPr/>
            <p:nvPr/>
          </p:nvSpPr>
          <p:spPr>
            <a:xfrm>
              <a:off x="7707050" y="3796527"/>
              <a:ext cx="219075" cy="228600"/>
            </a:xfrm>
            <a:custGeom>
              <a:avLst/>
              <a:gdLst>
                <a:gd name="connsiteX0" fmla="*/ 13097 w 219075"/>
                <a:gd name="connsiteY0" fmla="*/ 7144 h 228600"/>
                <a:gd name="connsiteX1" fmla="*/ 70104 w 219075"/>
                <a:gd name="connsiteY1" fmla="*/ 7144 h 228600"/>
                <a:gd name="connsiteX2" fmla="*/ 113938 w 219075"/>
                <a:gd name="connsiteY2" fmla="*/ 78553 h 228600"/>
                <a:gd name="connsiteX3" fmla="*/ 159296 w 219075"/>
                <a:gd name="connsiteY3" fmla="*/ 7144 h 228600"/>
                <a:gd name="connsiteX4" fmla="*/ 213103 w 219075"/>
                <a:gd name="connsiteY4" fmla="*/ 7144 h 228600"/>
                <a:gd name="connsiteX5" fmla="*/ 141503 w 219075"/>
                <a:gd name="connsiteY5" fmla="*/ 113833 h 228600"/>
                <a:gd name="connsiteX6" fmla="*/ 219361 w 219075"/>
                <a:gd name="connsiteY6" fmla="*/ 230696 h 228600"/>
                <a:gd name="connsiteX7" fmla="*/ 160830 w 219075"/>
                <a:gd name="connsiteY7" fmla="*/ 230696 h 228600"/>
                <a:gd name="connsiteX8" fmla="*/ 112052 w 219075"/>
                <a:gd name="connsiteY8" fmla="*/ 153343 h 228600"/>
                <a:gd name="connsiteX9" fmla="*/ 62265 w 219075"/>
                <a:gd name="connsiteY9" fmla="*/ 230696 h 228600"/>
                <a:gd name="connsiteX10" fmla="*/ 7144 w 219075"/>
                <a:gd name="connsiteY10" fmla="*/ 230696 h 228600"/>
                <a:gd name="connsiteX11" fmla="*/ 85153 w 219075"/>
                <a:gd name="connsiteY11" fmla="*/ 113538 h 228600"/>
                <a:gd name="connsiteX12" fmla="*/ 13097 w 219075"/>
                <a:gd name="connsiteY12" fmla="*/ 7144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9075" h="228600">
                  <a:moveTo>
                    <a:pt x="13097" y="7144"/>
                  </a:moveTo>
                  <a:lnTo>
                    <a:pt x="70104" y="7144"/>
                  </a:lnTo>
                  <a:lnTo>
                    <a:pt x="113938" y="78553"/>
                  </a:lnTo>
                  <a:lnTo>
                    <a:pt x="159296" y="7144"/>
                  </a:lnTo>
                  <a:lnTo>
                    <a:pt x="213103" y="7144"/>
                  </a:lnTo>
                  <a:lnTo>
                    <a:pt x="141503" y="113833"/>
                  </a:lnTo>
                  <a:lnTo>
                    <a:pt x="219361" y="230696"/>
                  </a:lnTo>
                  <a:lnTo>
                    <a:pt x="160830" y="230696"/>
                  </a:lnTo>
                  <a:lnTo>
                    <a:pt x="112052" y="153343"/>
                  </a:lnTo>
                  <a:lnTo>
                    <a:pt x="62265" y="230696"/>
                  </a:lnTo>
                  <a:lnTo>
                    <a:pt x="7144" y="230696"/>
                  </a:lnTo>
                  <a:lnTo>
                    <a:pt x="85153" y="113538"/>
                  </a:lnTo>
                  <a:lnTo>
                    <a:pt x="13097" y="7144"/>
                  </a:lnTo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1">
              <a:extLst>
                <a:ext uri="{FF2B5EF4-FFF2-40B4-BE49-F238E27FC236}">
                  <a16:creationId xmlns:a16="http://schemas.microsoft.com/office/drawing/2014/main" id="{81221331-60F6-4E4A-B0A3-2CD9376CF1CE}"/>
                </a:ext>
              </a:extLst>
            </p:cNvPr>
            <p:cNvSpPr/>
            <p:nvPr/>
          </p:nvSpPr>
          <p:spPr>
            <a:xfrm>
              <a:off x="7922877" y="3796841"/>
              <a:ext cx="171450" cy="228600"/>
            </a:xfrm>
            <a:custGeom>
              <a:avLst/>
              <a:gdLst>
                <a:gd name="connsiteX0" fmla="*/ 67466 w 171450"/>
                <a:gd name="connsiteY0" fmla="*/ 43758 h 228600"/>
                <a:gd name="connsiteX1" fmla="*/ 58712 w 171450"/>
                <a:gd name="connsiteY1" fmla="*/ 93593 h 228600"/>
                <a:gd name="connsiteX2" fmla="*/ 59369 w 171450"/>
                <a:gd name="connsiteY2" fmla="*/ 94202 h 228600"/>
                <a:gd name="connsiteX3" fmla="*/ 78800 w 171450"/>
                <a:gd name="connsiteY3" fmla="*/ 81182 h 228600"/>
                <a:gd name="connsiteX4" fmla="*/ 102241 w 171450"/>
                <a:gd name="connsiteY4" fmla="*/ 77267 h 228600"/>
                <a:gd name="connsiteX5" fmla="*/ 131074 w 171450"/>
                <a:gd name="connsiteY5" fmla="*/ 83210 h 228600"/>
                <a:gd name="connsiteX6" fmla="*/ 152229 w 171450"/>
                <a:gd name="connsiteY6" fmla="*/ 99127 h 228600"/>
                <a:gd name="connsiteX7" fmla="*/ 165392 w 171450"/>
                <a:gd name="connsiteY7" fmla="*/ 122730 h 228600"/>
                <a:gd name="connsiteX8" fmla="*/ 169974 w 171450"/>
                <a:gd name="connsiteY8" fmla="*/ 151609 h 228600"/>
                <a:gd name="connsiteX9" fmla="*/ 163363 w 171450"/>
                <a:gd name="connsiteY9" fmla="*/ 182994 h 228600"/>
                <a:gd name="connsiteX10" fmla="*/ 145666 w 171450"/>
                <a:gd name="connsiteY10" fmla="*/ 208217 h 228600"/>
                <a:gd name="connsiteX11" fmla="*/ 119834 w 171450"/>
                <a:gd name="connsiteY11" fmla="*/ 224580 h 228600"/>
                <a:gd name="connsiteX12" fmla="*/ 88506 w 171450"/>
                <a:gd name="connsiteY12" fmla="*/ 230076 h 228600"/>
                <a:gd name="connsiteX13" fmla="*/ 57950 w 171450"/>
                <a:gd name="connsiteY13" fmla="*/ 225819 h 228600"/>
                <a:gd name="connsiteX14" fmla="*/ 32166 w 171450"/>
                <a:gd name="connsiteY14" fmla="*/ 212893 h 228600"/>
                <a:gd name="connsiteX15" fmla="*/ 14164 w 171450"/>
                <a:gd name="connsiteY15" fmla="*/ 191129 h 228600"/>
                <a:gd name="connsiteX16" fmla="*/ 7144 w 171450"/>
                <a:gd name="connsiteY16" fmla="*/ 160925 h 228600"/>
                <a:gd name="connsiteX17" fmla="*/ 51597 w 171450"/>
                <a:gd name="connsiteY17" fmla="*/ 160925 h 228600"/>
                <a:gd name="connsiteX18" fmla="*/ 62884 w 171450"/>
                <a:gd name="connsiteY18" fmla="*/ 184814 h 228600"/>
                <a:gd name="connsiteX19" fmla="*/ 87554 w 171450"/>
                <a:gd name="connsiteY19" fmla="*/ 193777 h 228600"/>
                <a:gd name="connsiteX20" fmla="*/ 103318 w 171450"/>
                <a:gd name="connsiteY20" fmla="*/ 190214 h 228600"/>
                <a:gd name="connsiteX21" fmla="*/ 115262 w 171450"/>
                <a:gd name="connsiteY21" fmla="*/ 180851 h 228600"/>
                <a:gd name="connsiteX22" fmla="*/ 122739 w 171450"/>
                <a:gd name="connsiteY22" fmla="*/ 167430 h 228600"/>
                <a:gd name="connsiteX23" fmla="*/ 125435 w 171450"/>
                <a:gd name="connsiteY23" fmla="*/ 151667 h 228600"/>
                <a:gd name="connsiteX24" fmla="*/ 122882 w 171450"/>
                <a:gd name="connsiteY24" fmla="*/ 135760 h 228600"/>
                <a:gd name="connsiteX25" fmla="*/ 115414 w 171450"/>
                <a:gd name="connsiteY25" fmla="*/ 122692 h 228600"/>
                <a:gd name="connsiteX26" fmla="*/ 103461 w 171450"/>
                <a:gd name="connsiteY26" fmla="*/ 113948 h 228600"/>
                <a:gd name="connsiteX27" fmla="*/ 87544 w 171450"/>
                <a:gd name="connsiteY27" fmla="*/ 110890 h 228600"/>
                <a:gd name="connsiteX28" fmla="*/ 68170 w 171450"/>
                <a:gd name="connsiteY28" fmla="*/ 115062 h 228600"/>
                <a:gd name="connsiteX29" fmla="*/ 54035 w 171450"/>
                <a:gd name="connsiteY29" fmla="*/ 128387 h 228600"/>
                <a:gd name="connsiteX30" fmla="*/ 14011 w 171450"/>
                <a:gd name="connsiteY30" fmla="*/ 128387 h 228600"/>
                <a:gd name="connsiteX31" fmla="*/ 35623 w 171450"/>
                <a:gd name="connsiteY31" fmla="*/ 7144 h 228600"/>
                <a:gd name="connsiteX32" fmla="*/ 158086 w 171450"/>
                <a:gd name="connsiteY32" fmla="*/ 7144 h 228600"/>
                <a:gd name="connsiteX33" fmla="*/ 158086 w 171450"/>
                <a:gd name="connsiteY33" fmla="*/ 43767 h 228600"/>
                <a:gd name="connsiteX34" fmla="*/ 67466 w 171450"/>
                <a:gd name="connsiteY34" fmla="*/ 43767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71450" h="228600">
                  <a:moveTo>
                    <a:pt x="67466" y="43758"/>
                  </a:moveTo>
                  <a:lnTo>
                    <a:pt x="58712" y="93593"/>
                  </a:lnTo>
                  <a:lnTo>
                    <a:pt x="59369" y="94202"/>
                  </a:lnTo>
                  <a:cubicBezTo>
                    <a:pt x="65475" y="88154"/>
                    <a:pt x="71933" y="83772"/>
                    <a:pt x="78800" y="81182"/>
                  </a:cubicBezTo>
                  <a:cubicBezTo>
                    <a:pt x="85668" y="78524"/>
                    <a:pt x="93497" y="77267"/>
                    <a:pt x="102241" y="77267"/>
                  </a:cubicBezTo>
                  <a:cubicBezTo>
                    <a:pt x="113128" y="77267"/>
                    <a:pt x="122730" y="79248"/>
                    <a:pt x="131074" y="83210"/>
                  </a:cubicBezTo>
                  <a:cubicBezTo>
                    <a:pt x="139408" y="87182"/>
                    <a:pt x="146485" y="92469"/>
                    <a:pt x="152229" y="99127"/>
                  </a:cubicBezTo>
                  <a:cubicBezTo>
                    <a:pt x="157972" y="105785"/>
                    <a:pt x="162354" y="113614"/>
                    <a:pt x="165392" y="122730"/>
                  </a:cubicBezTo>
                  <a:cubicBezTo>
                    <a:pt x="168450" y="131788"/>
                    <a:pt x="169974" y="141389"/>
                    <a:pt x="169974" y="151609"/>
                  </a:cubicBezTo>
                  <a:cubicBezTo>
                    <a:pt x="169974" y="162954"/>
                    <a:pt x="167735" y="173374"/>
                    <a:pt x="163363" y="182994"/>
                  </a:cubicBezTo>
                  <a:cubicBezTo>
                    <a:pt x="159001" y="192710"/>
                    <a:pt x="153038" y="201139"/>
                    <a:pt x="145666" y="208217"/>
                  </a:cubicBezTo>
                  <a:cubicBezTo>
                    <a:pt x="138189" y="215332"/>
                    <a:pt x="129597" y="220723"/>
                    <a:pt x="119834" y="224580"/>
                  </a:cubicBezTo>
                  <a:cubicBezTo>
                    <a:pt x="109976" y="228457"/>
                    <a:pt x="99593" y="230286"/>
                    <a:pt x="88506" y="230076"/>
                  </a:cubicBezTo>
                  <a:cubicBezTo>
                    <a:pt x="77829" y="230076"/>
                    <a:pt x="67656" y="228657"/>
                    <a:pt x="57950" y="225819"/>
                  </a:cubicBezTo>
                  <a:cubicBezTo>
                    <a:pt x="48282" y="223018"/>
                    <a:pt x="39691" y="218684"/>
                    <a:pt x="32166" y="212893"/>
                  </a:cubicBezTo>
                  <a:cubicBezTo>
                    <a:pt x="24632" y="206997"/>
                    <a:pt x="18640" y="199787"/>
                    <a:pt x="14164" y="191129"/>
                  </a:cubicBezTo>
                  <a:cubicBezTo>
                    <a:pt x="9687" y="182489"/>
                    <a:pt x="7344" y="172412"/>
                    <a:pt x="7144" y="160925"/>
                  </a:cubicBezTo>
                  <a:lnTo>
                    <a:pt x="51597" y="160925"/>
                  </a:lnTo>
                  <a:cubicBezTo>
                    <a:pt x="52616" y="170945"/>
                    <a:pt x="56369" y="178927"/>
                    <a:pt x="62884" y="184814"/>
                  </a:cubicBezTo>
                  <a:cubicBezTo>
                    <a:pt x="69294" y="190776"/>
                    <a:pt x="77533" y="193777"/>
                    <a:pt x="87554" y="193777"/>
                  </a:cubicBezTo>
                  <a:cubicBezTo>
                    <a:pt x="93402" y="193777"/>
                    <a:pt x="98689" y="192596"/>
                    <a:pt x="103318" y="190214"/>
                  </a:cubicBezTo>
                  <a:cubicBezTo>
                    <a:pt x="108042" y="187814"/>
                    <a:pt x="112014" y="184718"/>
                    <a:pt x="115262" y="180851"/>
                  </a:cubicBezTo>
                  <a:cubicBezTo>
                    <a:pt x="118462" y="176994"/>
                    <a:pt x="120958" y="172517"/>
                    <a:pt x="122739" y="167430"/>
                  </a:cubicBezTo>
                  <a:cubicBezTo>
                    <a:pt x="124568" y="162296"/>
                    <a:pt x="125435" y="157048"/>
                    <a:pt x="125435" y="151667"/>
                  </a:cubicBezTo>
                  <a:cubicBezTo>
                    <a:pt x="125435" y="146075"/>
                    <a:pt x="124568" y="140741"/>
                    <a:pt x="122882" y="135760"/>
                  </a:cubicBezTo>
                  <a:cubicBezTo>
                    <a:pt x="121263" y="130816"/>
                    <a:pt x="118720" y="126454"/>
                    <a:pt x="115414" y="122692"/>
                  </a:cubicBezTo>
                  <a:cubicBezTo>
                    <a:pt x="112052" y="118920"/>
                    <a:pt x="108137" y="115976"/>
                    <a:pt x="103461" y="113948"/>
                  </a:cubicBezTo>
                  <a:cubicBezTo>
                    <a:pt x="98889" y="111852"/>
                    <a:pt x="93602" y="110890"/>
                    <a:pt x="87544" y="110890"/>
                  </a:cubicBezTo>
                  <a:cubicBezTo>
                    <a:pt x="79610" y="110890"/>
                    <a:pt x="73152" y="112214"/>
                    <a:pt x="68170" y="115062"/>
                  </a:cubicBezTo>
                  <a:cubicBezTo>
                    <a:pt x="63084" y="117910"/>
                    <a:pt x="58407" y="122291"/>
                    <a:pt x="54035" y="128387"/>
                  </a:cubicBezTo>
                  <a:lnTo>
                    <a:pt x="14011" y="128387"/>
                  </a:lnTo>
                  <a:lnTo>
                    <a:pt x="35623" y="7144"/>
                  </a:lnTo>
                  <a:lnTo>
                    <a:pt x="158086" y="7144"/>
                  </a:lnTo>
                  <a:lnTo>
                    <a:pt x="158086" y="43767"/>
                  </a:lnTo>
                  <a:lnTo>
                    <a:pt x="67466" y="43767"/>
                  </a:lnTo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E3BD29D0-AC01-784D-AF85-55B2706DC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16361"/>
            <a:ext cx="9094851" cy="425437"/>
          </a:xfrm>
        </p:spPr>
        <p:txBody>
          <a:bodyPr/>
          <a:lstStyle>
            <a:lvl1pPr>
              <a:defRPr spc="10" baseline="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35C78-9380-BD46-BBA0-D5D03FDB1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CDC057-5502-074A-A021-09A39A76BE37}" type="slidenum">
              <a:rPr lang="ru-RU"/>
              <a:t>‹#›</a:t>
            </a:fld>
            <a:endParaRPr lang="ru-RU"/>
          </a:p>
        </p:txBody>
      </p:sp>
      <p:sp>
        <p:nvSpPr>
          <p:cNvPr id="17" name="Полилиния: фигура 8">
            <a:extLst>
              <a:ext uri="{FF2B5EF4-FFF2-40B4-BE49-F238E27FC236}">
                <a16:creationId xmlns:a16="http://schemas.microsoft.com/office/drawing/2014/main" id="{307DC457-2250-7C4F-B75F-FE84B8C7443E}"/>
              </a:ext>
            </a:extLst>
          </p:cNvPr>
          <p:cNvSpPr/>
          <p:nvPr/>
        </p:nvSpPr>
        <p:spPr>
          <a:xfrm>
            <a:off x="487593" y="329960"/>
            <a:ext cx="119880" cy="175538"/>
          </a:xfrm>
          <a:custGeom>
            <a:avLst/>
            <a:gdLst>
              <a:gd name="connsiteX0" fmla="*/ 125892 w 266700"/>
              <a:gd name="connsiteY0" fmla="*/ 7144 h 390525"/>
              <a:gd name="connsiteX1" fmla="*/ 7144 w 266700"/>
              <a:gd name="connsiteY1" fmla="*/ 7144 h 390525"/>
              <a:gd name="connsiteX2" fmla="*/ 143589 w 266700"/>
              <a:gd name="connsiteY2" fmla="*/ 198568 h 390525"/>
              <a:gd name="connsiteX3" fmla="*/ 7144 w 266700"/>
              <a:gd name="connsiteY3" fmla="*/ 390649 h 390525"/>
              <a:gd name="connsiteX4" fmla="*/ 125892 w 266700"/>
              <a:gd name="connsiteY4" fmla="*/ 390649 h 390525"/>
              <a:gd name="connsiteX5" fmla="*/ 262385 w 266700"/>
              <a:gd name="connsiteY5" fmla="*/ 198568 h 390525"/>
              <a:gd name="connsiteX6" fmla="*/ 125892 w 266700"/>
              <a:gd name="connsiteY6" fmla="*/ 7144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" h="390525">
                <a:moveTo>
                  <a:pt x="125892" y="7144"/>
                </a:moveTo>
                <a:lnTo>
                  <a:pt x="7144" y="7144"/>
                </a:lnTo>
                <a:lnTo>
                  <a:pt x="143589" y="198568"/>
                </a:lnTo>
                <a:lnTo>
                  <a:pt x="7144" y="390649"/>
                </a:lnTo>
                <a:lnTo>
                  <a:pt x="125892" y="390649"/>
                </a:lnTo>
                <a:lnTo>
                  <a:pt x="262385" y="198568"/>
                </a:lnTo>
                <a:lnTo>
                  <a:pt x="125892" y="7144"/>
                </a:lnTo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664D95B-F2BC-48B8-A569-86164CAB1198}"/>
              </a:ext>
            </a:extLst>
          </p:cNvPr>
          <p:cNvGrpSpPr/>
          <p:nvPr userDrawn="1"/>
        </p:nvGrpSpPr>
        <p:grpSpPr>
          <a:xfrm rot="16200000">
            <a:off x="2996043" y="1766187"/>
            <a:ext cx="5956740" cy="4043076"/>
            <a:chOff x="-11878" y="892264"/>
            <a:chExt cx="2780477" cy="1887222"/>
          </a:xfrm>
        </p:grpSpPr>
        <p:grpSp>
          <p:nvGrpSpPr>
            <p:cNvPr id="10" name="Рисунок 13">
              <a:extLst>
                <a:ext uri="{FF2B5EF4-FFF2-40B4-BE49-F238E27FC236}">
                  <a16:creationId xmlns:a16="http://schemas.microsoft.com/office/drawing/2014/main" id="{36FC0C3E-2668-4668-88E9-D70CB23E7995}"/>
                </a:ext>
              </a:extLst>
            </p:cNvPr>
            <p:cNvGrpSpPr/>
            <p:nvPr/>
          </p:nvGrpSpPr>
          <p:grpSpPr>
            <a:xfrm rot="5400000">
              <a:off x="430365" y="513808"/>
              <a:ext cx="1764230" cy="2624960"/>
              <a:chOff x="3381375" y="1852612"/>
              <a:chExt cx="3143250" cy="4676775"/>
            </a:xfrm>
            <a:effectLst/>
          </p:grpSpPr>
          <p:sp>
            <p:nvSpPr>
              <p:cNvPr id="18" name="Полилиния: фигура 10">
                <a:extLst>
                  <a:ext uri="{FF2B5EF4-FFF2-40B4-BE49-F238E27FC236}">
                    <a16:creationId xmlns:a16="http://schemas.microsoft.com/office/drawing/2014/main" id="{2F641018-BBB5-404C-B6CA-1BFE142E906D}"/>
                  </a:ext>
                </a:extLst>
              </p:cNvPr>
              <p:cNvSpPr/>
              <p:nvPr/>
            </p:nvSpPr>
            <p:spPr>
              <a:xfrm>
                <a:off x="4110038" y="5482590"/>
                <a:ext cx="381000" cy="276225"/>
              </a:xfrm>
              <a:custGeom>
                <a:avLst/>
                <a:gdLst>
                  <a:gd name="connsiteX0" fmla="*/ 379095 w 381000"/>
                  <a:gd name="connsiteY0" fmla="*/ 9525 h 276225"/>
                  <a:gd name="connsiteX1" fmla="*/ 11430 w 381000"/>
                  <a:gd name="connsiteY1" fmla="*/ 9525 h 276225"/>
                  <a:gd name="connsiteX2" fmla="*/ 9525 w 381000"/>
                  <a:gd name="connsiteY2" fmla="*/ 11430 h 276225"/>
                  <a:gd name="connsiteX3" fmla="*/ 193358 w 381000"/>
                  <a:gd name="connsiteY3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76225">
                    <a:moveTo>
                      <a:pt x="379095" y="9525"/>
                    </a:moveTo>
                    <a:lnTo>
                      <a:pt x="11430" y="9525"/>
                    </a:lnTo>
                    <a:lnTo>
                      <a:pt x="9525" y="11430"/>
                    </a:lnTo>
                    <a:lnTo>
                      <a:pt x="193358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1">
                <a:extLst>
                  <a:ext uri="{FF2B5EF4-FFF2-40B4-BE49-F238E27FC236}">
                    <a16:creationId xmlns:a16="http://schemas.microsoft.com/office/drawing/2014/main" id="{3FBC4E4C-AC4A-4FBD-8D16-E89FF84BCEA8}"/>
                  </a:ext>
                </a:extLst>
              </p:cNvPr>
              <p:cNvSpPr/>
              <p:nvPr/>
            </p:nvSpPr>
            <p:spPr>
              <a:xfrm>
                <a:off x="3923348" y="5482590"/>
                <a:ext cx="381000" cy="276225"/>
              </a:xfrm>
              <a:custGeom>
                <a:avLst/>
                <a:gdLst>
                  <a:gd name="connsiteX0" fmla="*/ 196215 w 381000"/>
                  <a:gd name="connsiteY0" fmla="*/ 11430 h 276225"/>
                  <a:gd name="connsiteX1" fmla="*/ 195262 w 381000"/>
                  <a:gd name="connsiteY1" fmla="*/ 9525 h 276225"/>
                  <a:gd name="connsiteX2" fmla="*/ 195262 w 381000"/>
                  <a:gd name="connsiteY2" fmla="*/ 9525 h 276225"/>
                  <a:gd name="connsiteX3" fmla="*/ 9525 w 381000"/>
                  <a:gd name="connsiteY3" fmla="*/ 268605 h 276225"/>
                  <a:gd name="connsiteX4" fmla="*/ 9525 w 381000"/>
                  <a:gd name="connsiteY4" fmla="*/ 269557 h 276225"/>
                  <a:gd name="connsiteX5" fmla="*/ 14287 w 381000"/>
                  <a:gd name="connsiteY5" fmla="*/ 269557 h 276225"/>
                  <a:gd name="connsiteX6" fmla="*/ 380048 w 381000"/>
                  <a:gd name="connsiteY6" fmla="*/ 269557 h 276225"/>
                  <a:gd name="connsiteX7" fmla="*/ 380048 w 381000"/>
                  <a:gd name="connsiteY7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196215" y="11430"/>
                    </a:moveTo>
                    <a:lnTo>
                      <a:pt x="195262" y="9525"/>
                    </a:lnTo>
                    <a:lnTo>
                      <a:pt x="195262" y="9525"/>
                    </a:lnTo>
                    <a:lnTo>
                      <a:pt x="9525" y="268605"/>
                    </a:lnTo>
                    <a:lnTo>
                      <a:pt x="9525" y="269557"/>
                    </a:lnTo>
                    <a:lnTo>
                      <a:pt x="14287" y="269557"/>
                    </a:lnTo>
                    <a:lnTo>
                      <a:pt x="380048" y="269557"/>
                    </a:lnTo>
                    <a:lnTo>
                      <a:pt x="380048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2">
                <a:extLst>
                  <a:ext uri="{FF2B5EF4-FFF2-40B4-BE49-F238E27FC236}">
                    <a16:creationId xmlns:a16="http://schemas.microsoft.com/office/drawing/2014/main" id="{17FEF40E-B2AC-442F-9C14-D4538C47ACDC}"/>
                  </a:ext>
                </a:extLst>
              </p:cNvPr>
              <p:cNvSpPr/>
              <p:nvPr/>
            </p:nvSpPr>
            <p:spPr>
              <a:xfrm>
                <a:off x="4665345" y="4703444"/>
                <a:ext cx="381000" cy="276225"/>
              </a:xfrm>
              <a:custGeom>
                <a:avLst/>
                <a:gdLst>
                  <a:gd name="connsiteX0" fmla="*/ 379095 w 381000"/>
                  <a:gd name="connsiteY0" fmla="*/ 9525 h 276225"/>
                  <a:gd name="connsiteX1" fmla="*/ 10477 w 381000"/>
                  <a:gd name="connsiteY1" fmla="*/ 9525 h 276225"/>
                  <a:gd name="connsiteX2" fmla="*/ 9525 w 381000"/>
                  <a:gd name="connsiteY2" fmla="*/ 9525 h 276225"/>
                  <a:gd name="connsiteX3" fmla="*/ 194310 w 381000"/>
                  <a:gd name="connsiteY3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76225">
                    <a:moveTo>
                      <a:pt x="379095" y="9525"/>
                    </a:moveTo>
                    <a:lnTo>
                      <a:pt x="10477" y="9525"/>
                    </a:lnTo>
                    <a:lnTo>
                      <a:pt x="9525" y="9525"/>
                    </a:lnTo>
                    <a:lnTo>
                      <a:pt x="194310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13">
                <a:extLst>
                  <a:ext uri="{FF2B5EF4-FFF2-40B4-BE49-F238E27FC236}">
                    <a16:creationId xmlns:a16="http://schemas.microsoft.com/office/drawing/2014/main" id="{272B0044-7013-4194-9D4A-F7E24FC66068}"/>
                  </a:ext>
                </a:extLst>
              </p:cNvPr>
              <p:cNvSpPr/>
              <p:nvPr/>
            </p:nvSpPr>
            <p:spPr>
              <a:xfrm>
                <a:off x="4480560" y="4962525"/>
                <a:ext cx="381000" cy="276225"/>
              </a:xfrm>
              <a:custGeom>
                <a:avLst/>
                <a:gdLst>
                  <a:gd name="connsiteX0" fmla="*/ 379095 w 381000"/>
                  <a:gd name="connsiteY0" fmla="*/ 9525 h 276225"/>
                  <a:gd name="connsiteX1" fmla="*/ 10477 w 381000"/>
                  <a:gd name="connsiteY1" fmla="*/ 9525 h 276225"/>
                  <a:gd name="connsiteX2" fmla="*/ 9525 w 381000"/>
                  <a:gd name="connsiteY2" fmla="*/ 11430 h 276225"/>
                  <a:gd name="connsiteX3" fmla="*/ 193357 w 381000"/>
                  <a:gd name="connsiteY3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76225">
                    <a:moveTo>
                      <a:pt x="379095" y="9525"/>
                    </a:moveTo>
                    <a:lnTo>
                      <a:pt x="10477" y="9525"/>
                    </a:lnTo>
                    <a:lnTo>
                      <a:pt x="9525" y="11430"/>
                    </a:lnTo>
                    <a:lnTo>
                      <a:pt x="193357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22" name="Полилиния: фигура 14">
                <a:extLst>
                  <a:ext uri="{FF2B5EF4-FFF2-40B4-BE49-F238E27FC236}">
                    <a16:creationId xmlns:a16="http://schemas.microsoft.com/office/drawing/2014/main" id="{E1BA4E75-EA38-4337-8343-3F9047261929}"/>
                  </a:ext>
                </a:extLst>
              </p:cNvPr>
              <p:cNvSpPr/>
              <p:nvPr/>
            </p:nvSpPr>
            <p:spPr>
              <a:xfrm>
                <a:off x="4479608" y="4703444"/>
                <a:ext cx="381000" cy="276225"/>
              </a:xfrm>
              <a:custGeom>
                <a:avLst/>
                <a:gdLst>
                  <a:gd name="connsiteX0" fmla="*/ 195262 w 381000"/>
                  <a:gd name="connsiteY0" fmla="*/ 9525 h 276225"/>
                  <a:gd name="connsiteX1" fmla="*/ 194310 w 381000"/>
                  <a:gd name="connsiteY1" fmla="*/ 9525 h 276225"/>
                  <a:gd name="connsiteX2" fmla="*/ 194310 w 381000"/>
                  <a:gd name="connsiteY2" fmla="*/ 9525 h 276225"/>
                  <a:gd name="connsiteX3" fmla="*/ 9525 w 381000"/>
                  <a:gd name="connsiteY3" fmla="*/ 268605 h 276225"/>
                  <a:gd name="connsiteX4" fmla="*/ 9525 w 381000"/>
                  <a:gd name="connsiteY4" fmla="*/ 268605 h 276225"/>
                  <a:gd name="connsiteX5" fmla="*/ 11430 w 381000"/>
                  <a:gd name="connsiteY5" fmla="*/ 268605 h 276225"/>
                  <a:gd name="connsiteX6" fmla="*/ 380047 w 381000"/>
                  <a:gd name="connsiteY6" fmla="*/ 268605 h 276225"/>
                  <a:gd name="connsiteX7" fmla="*/ 380047 w 381000"/>
                  <a:gd name="connsiteY7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195262" y="9525"/>
                    </a:move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9525" y="268605"/>
                    </a:lnTo>
                    <a:lnTo>
                      <a:pt x="9525" y="268605"/>
                    </a:lnTo>
                    <a:lnTo>
                      <a:pt x="11430" y="268605"/>
                    </a:lnTo>
                    <a:lnTo>
                      <a:pt x="380047" y="268605"/>
                    </a:lnTo>
                    <a:lnTo>
                      <a:pt x="380047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15">
                <a:extLst>
                  <a:ext uri="{FF2B5EF4-FFF2-40B4-BE49-F238E27FC236}">
                    <a16:creationId xmlns:a16="http://schemas.microsoft.com/office/drawing/2014/main" id="{834B9758-EB82-4410-92FB-8182CCFB74B8}"/>
                  </a:ext>
                </a:extLst>
              </p:cNvPr>
              <p:cNvSpPr/>
              <p:nvPr/>
            </p:nvSpPr>
            <p:spPr>
              <a:xfrm>
                <a:off x="4109085" y="5222557"/>
                <a:ext cx="381000" cy="276225"/>
              </a:xfrm>
              <a:custGeom>
                <a:avLst/>
                <a:gdLst>
                  <a:gd name="connsiteX0" fmla="*/ 196215 w 381000"/>
                  <a:gd name="connsiteY0" fmla="*/ 11430 h 276225"/>
                  <a:gd name="connsiteX1" fmla="*/ 194310 w 381000"/>
                  <a:gd name="connsiteY1" fmla="*/ 9525 h 276225"/>
                  <a:gd name="connsiteX2" fmla="*/ 194310 w 381000"/>
                  <a:gd name="connsiteY2" fmla="*/ 9525 h 276225"/>
                  <a:gd name="connsiteX3" fmla="*/ 9525 w 381000"/>
                  <a:gd name="connsiteY3" fmla="*/ 269558 h 276225"/>
                  <a:gd name="connsiteX4" fmla="*/ 9525 w 381000"/>
                  <a:gd name="connsiteY4" fmla="*/ 269558 h 276225"/>
                  <a:gd name="connsiteX5" fmla="*/ 12382 w 381000"/>
                  <a:gd name="connsiteY5" fmla="*/ 269558 h 276225"/>
                  <a:gd name="connsiteX6" fmla="*/ 380048 w 381000"/>
                  <a:gd name="connsiteY6" fmla="*/ 269558 h 276225"/>
                  <a:gd name="connsiteX7" fmla="*/ 380048 w 381000"/>
                  <a:gd name="connsiteY7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196215" y="11430"/>
                    </a:move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9525" y="269558"/>
                    </a:lnTo>
                    <a:lnTo>
                      <a:pt x="9525" y="269558"/>
                    </a:lnTo>
                    <a:lnTo>
                      <a:pt x="12382" y="269558"/>
                    </a:lnTo>
                    <a:lnTo>
                      <a:pt x="380048" y="269558"/>
                    </a:lnTo>
                    <a:lnTo>
                      <a:pt x="380048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16">
                <a:extLst>
                  <a:ext uri="{FF2B5EF4-FFF2-40B4-BE49-F238E27FC236}">
                    <a16:creationId xmlns:a16="http://schemas.microsoft.com/office/drawing/2014/main" id="{3C6FC10F-8DDF-487D-BE8E-647AD08FBB40}"/>
                  </a:ext>
                </a:extLst>
              </p:cNvPr>
              <p:cNvSpPr/>
              <p:nvPr/>
            </p:nvSpPr>
            <p:spPr>
              <a:xfrm>
                <a:off x="4293870" y="4962525"/>
                <a:ext cx="381000" cy="276225"/>
              </a:xfrm>
              <a:custGeom>
                <a:avLst/>
                <a:gdLst>
                  <a:gd name="connsiteX0" fmla="*/ 196215 w 381000"/>
                  <a:gd name="connsiteY0" fmla="*/ 11430 h 276225"/>
                  <a:gd name="connsiteX1" fmla="*/ 195262 w 381000"/>
                  <a:gd name="connsiteY1" fmla="*/ 9525 h 276225"/>
                  <a:gd name="connsiteX2" fmla="*/ 195262 w 381000"/>
                  <a:gd name="connsiteY2" fmla="*/ 9525 h 276225"/>
                  <a:gd name="connsiteX3" fmla="*/ 9525 w 381000"/>
                  <a:gd name="connsiteY3" fmla="*/ 269557 h 276225"/>
                  <a:gd name="connsiteX4" fmla="*/ 9525 w 381000"/>
                  <a:gd name="connsiteY4" fmla="*/ 269557 h 276225"/>
                  <a:gd name="connsiteX5" fmla="*/ 12382 w 381000"/>
                  <a:gd name="connsiteY5" fmla="*/ 269557 h 276225"/>
                  <a:gd name="connsiteX6" fmla="*/ 380047 w 381000"/>
                  <a:gd name="connsiteY6" fmla="*/ 269557 h 276225"/>
                  <a:gd name="connsiteX7" fmla="*/ 380047 w 381000"/>
                  <a:gd name="connsiteY7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196215" y="11430"/>
                    </a:moveTo>
                    <a:lnTo>
                      <a:pt x="195262" y="9525"/>
                    </a:lnTo>
                    <a:lnTo>
                      <a:pt x="195262" y="9525"/>
                    </a:lnTo>
                    <a:lnTo>
                      <a:pt x="9525" y="269557"/>
                    </a:lnTo>
                    <a:lnTo>
                      <a:pt x="9525" y="269557"/>
                    </a:lnTo>
                    <a:lnTo>
                      <a:pt x="12382" y="269557"/>
                    </a:lnTo>
                    <a:lnTo>
                      <a:pt x="380047" y="269557"/>
                    </a:lnTo>
                    <a:lnTo>
                      <a:pt x="380047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17">
                <a:extLst>
                  <a:ext uri="{FF2B5EF4-FFF2-40B4-BE49-F238E27FC236}">
                    <a16:creationId xmlns:a16="http://schemas.microsoft.com/office/drawing/2014/main" id="{B9E8240F-4350-4034-9A24-D8A6E2DB7076}"/>
                  </a:ext>
                </a:extLst>
              </p:cNvPr>
              <p:cNvSpPr/>
              <p:nvPr/>
            </p:nvSpPr>
            <p:spPr>
              <a:xfrm>
                <a:off x="4295775" y="5222557"/>
                <a:ext cx="381000" cy="276225"/>
              </a:xfrm>
              <a:custGeom>
                <a:avLst/>
                <a:gdLst>
                  <a:gd name="connsiteX0" fmla="*/ 378142 w 381000"/>
                  <a:gd name="connsiteY0" fmla="*/ 9525 h 276225"/>
                  <a:gd name="connsiteX1" fmla="*/ 10477 w 381000"/>
                  <a:gd name="connsiteY1" fmla="*/ 9525 h 276225"/>
                  <a:gd name="connsiteX2" fmla="*/ 9525 w 381000"/>
                  <a:gd name="connsiteY2" fmla="*/ 11430 h 276225"/>
                  <a:gd name="connsiteX3" fmla="*/ 193358 w 381000"/>
                  <a:gd name="connsiteY3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76225">
                    <a:moveTo>
                      <a:pt x="378142" y="9525"/>
                    </a:moveTo>
                    <a:lnTo>
                      <a:pt x="10477" y="9525"/>
                    </a:lnTo>
                    <a:lnTo>
                      <a:pt x="9525" y="11430"/>
                    </a:lnTo>
                    <a:lnTo>
                      <a:pt x="193358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18">
                <a:extLst>
                  <a:ext uri="{FF2B5EF4-FFF2-40B4-BE49-F238E27FC236}">
                    <a16:creationId xmlns:a16="http://schemas.microsoft.com/office/drawing/2014/main" id="{4EC033E8-3FD4-47E4-9403-526DEB717591}"/>
                  </a:ext>
                </a:extLst>
              </p:cNvPr>
              <p:cNvSpPr/>
              <p:nvPr/>
            </p:nvSpPr>
            <p:spPr>
              <a:xfrm>
                <a:off x="3555683" y="6261734"/>
                <a:ext cx="381000" cy="276225"/>
              </a:xfrm>
              <a:custGeom>
                <a:avLst/>
                <a:gdLst>
                  <a:gd name="connsiteX0" fmla="*/ 377190 w 381000"/>
                  <a:gd name="connsiteY0" fmla="*/ 9525 h 276225"/>
                  <a:gd name="connsiteX1" fmla="*/ 12382 w 381000"/>
                  <a:gd name="connsiteY1" fmla="*/ 9525 h 276225"/>
                  <a:gd name="connsiteX2" fmla="*/ 9525 w 381000"/>
                  <a:gd name="connsiteY2" fmla="*/ 13335 h 276225"/>
                  <a:gd name="connsiteX3" fmla="*/ 192405 w 381000"/>
                  <a:gd name="connsiteY3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76225">
                    <a:moveTo>
                      <a:pt x="377190" y="9525"/>
                    </a:moveTo>
                    <a:lnTo>
                      <a:pt x="12382" y="9525"/>
                    </a:lnTo>
                    <a:lnTo>
                      <a:pt x="9525" y="13335"/>
                    </a:lnTo>
                    <a:lnTo>
                      <a:pt x="192405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19">
                <a:extLst>
                  <a:ext uri="{FF2B5EF4-FFF2-40B4-BE49-F238E27FC236}">
                    <a16:creationId xmlns:a16="http://schemas.microsoft.com/office/drawing/2014/main" id="{F48C3176-9C2C-4A13-B34D-EB9A1B1B59B6}"/>
                  </a:ext>
                </a:extLst>
              </p:cNvPr>
              <p:cNvSpPr/>
              <p:nvPr/>
            </p:nvSpPr>
            <p:spPr>
              <a:xfrm>
                <a:off x="3558540" y="6005512"/>
                <a:ext cx="381000" cy="266700"/>
              </a:xfrm>
              <a:custGeom>
                <a:avLst/>
                <a:gdLst>
                  <a:gd name="connsiteX0" fmla="*/ 191452 w 381000"/>
                  <a:gd name="connsiteY0" fmla="*/ 9525 h 266700"/>
                  <a:gd name="connsiteX1" fmla="*/ 9525 w 381000"/>
                  <a:gd name="connsiteY1" fmla="*/ 265747 h 266700"/>
                  <a:gd name="connsiteX2" fmla="*/ 374333 w 381000"/>
                  <a:gd name="connsiteY2" fmla="*/ 265747 h 266700"/>
                  <a:gd name="connsiteX3" fmla="*/ 374333 w 381000"/>
                  <a:gd name="connsiteY3" fmla="*/ 265747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66700">
                    <a:moveTo>
                      <a:pt x="191452" y="9525"/>
                    </a:moveTo>
                    <a:lnTo>
                      <a:pt x="9525" y="265747"/>
                    </a:lnTo>
                    <a:lnTo>
                      <a:pt x="374333" y="265747"/>
                    </a:lnTo>
                    <a:lnTo>
                      <a:pt x="374333" y="26574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28" name="Полилиния: фигура 20">
                <a:extLst>
                  <a:ext uri="{FF2B5EF4-FFF2-40B4-BE49-F238E27FC236}">
                    <a16:creationId xmlns:a16="http://schemas.microsoft.com/office/drawing/2014/main" id="{0F87BEEA-3032-4271-869A-48CF1619F895}"/>
                  </a:ext>
                </a:extLst>
              </p:cNvPr>
              <p:cNvSpPr/>
              <p:nvPr/>
            </p:nvSpPr>
            <p:spPr>
              <a:xfrm>
                <a:off x="3373755" y="6265544"/>
                <a:ext cx="381000" cy="266700"/>
              </a:xfrm>
              <a:custGeom>
                <a:avLst/>
                <a:gdLst>
                  <a:gd name="connsiteX0" fmla="*/ 191452 w 381000"/>
                  <a:gd name="connsiteY0" fmla="*/ 9525 h 266700"/>
                  <a:gd name="connsiteX1" fmla="*/ 9525 w 381000"/>
                  <a:gd name="connsiteY1" fmla="*/ 265748 h 266700"/>
                  <a:gd name="connsiteX2" fmla="*/ 374332 w 381000"/>
                  <a:gd name="connsiteY2" fmla="*/ 265748 h 266700"/>
                  <a:gd name="connsiteX3" fmla="*/ 374332 w 381000"/>
                  <a:gd name="connsiteY3" fmla="*/ 265748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66700">
                    <a:moveTo>
                      <a:pt x="191452" y="9525"/>
                    </a:moveTo>
                    <a:lnTo>
                      <a:pt x="9525" y="265748"/>
                    </a:lnTo>
                    <a:lnTo>
                      <a:pt x="374332" y="265748"/>
                    </a:lnTo>
                    <a:lnTo>
                      <a:pt x="374332" y="26574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1">
                <a:extLst>
                  <a:ext uri="{FF2B5EF4-FFF2-40B4-BE49-F238E27FC236}">
                    <a16:creationId xmlns:a16="http://schemas.microsoft.com/office/drawing/2014/main" id="{C0B722D1-158F-4192-A366-B727D1CA959F}"/>
                  </a:ext>
                </a:extLst>
              </p:cNvPr>
              <p:cNvSpPr/>
              <p:nvPr/>
            </p:nvSpPr>
            <p:spPr>
              <a:xfrm>
                <a:off x="3740468" y="6001702"/>
                <a:ext cx="381000" cy="276225"/>
              </a:xfrm>
              <a:custGeom>
                <a:avLst/>
                <a:gdLst>
                  <a:gd name="connsiteX0" fmla="*/ 378142 w 381000"/>
                  <a:gd name="connsiteY0" fmla="*/ 9525 h 276225"/>
                  <a:gd name="connsiteX1" fmla="*/ 12382 w 381000"/>
                  <a:gd name="connsiteY1" fmla="*/ 9525 h 276225"/>
                  <a:gd name="connsiteX2" fmla="*/ 9525 w 381000"/>
                  <a:gd name="connsiteY2" fmla="*/ 13335 h 276225"/>
                  <a:gd name="connsiteX3" fmla="*/ 192405 w 381000"/>
                  <a:gd name="connsiteY3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76225">
                    <a:moveTo>
                      <a:pt x="378142" y="9525"/>
                    </a:moveTo>
                    <a:lnTo>
                      <a:pt x="12382" y="9525"/>
                    </a:lnTo>
                    <a:lnTo>
                      <a:pt x="9525" y="13335"/>
                    </a:lnTo>
                    <a:lnTo>
                      <a:pt x="192405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30" name="Полилиния: фигура 22">
                <a:extLst>
                  <a:ext uri="{FF2B5EF4-FFF2-40B4-BE49-F238E27FC236}">
                    <a16:creationId xmlns:a16="http://schemas.microsoft.com/office/drawing/2014/main" id="{2C4B76A9-7940-44BB-92A1-1A0BB32AD40D}"/>
                  </a:ext>
                </a:extLst>
              </p:cNvPr>
              <p:cNvSpPr/>
              <p:nvPr/>
            </p:nvSpPr>
            <p:spPr>
              <a:xfrm>
                <a:off x="3925253" y="5742622"/>
                <a:ext cx="381000" cy="276225"/>
              </a:xfrm>
              <a:custGeom>
                <a:avLst/>
                <a:gdLst>
                  <a:gd name="connsiteX0" fmla="*/ 378143 w 381000"/>
                  <a:gd name="connsiteY0" fmla="*/ 9525 h 276225"/>
                  <a:gd name="connsiteX1" fmla="*/ 12383 w 381000"/>
                  <a:gd name="connsiteY1" fmla="*/ 9525 h 276225"/>
                  <a:gd name="connsiteX2" fmla="*/ 9525 w 381000"/>
                  <a:gd name="connsiteY2" fmla="*/ 12383 h 276225"/>
                  <a:gd name="connsiteX3" fmla="*/ 193358 w 381000"/>
                  <a:gd name="connsiteY3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76225">
                    <a:moveTo>
                      <a:pt x="378143" y="9525"/>
                    </a:moveTo>
                    <a:lnTo>
                      <a:pt x="12383" y="9525"/>
                    </a:lnTo>
                    <a:lnTo>
                      <a:pt x="9525" y="12383"/>
                    </a:lnTo>
                    <a:lnTo>
                      <a:pt x="193358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23">
                <a:extLst>
                  <a:ext uri="{FF2B5EF4-FFF2-40B4-BE49-F238E27FC236}">
                    <a16:creationId xmlns:a16="http://schemas.microsoft.com/office/drawing/2014/main" id="{3FB4DEF5-6C77-4ABC-B6AA-AE1A61E84C54}"/>
                  </a:ext>
                </a:extLst>
              </p:cNvPr>
              <p:cNvSpPr/>
              <p:nvPr/>
            </p:nvSpPr>
            <p:spPr>
              <a:xfrm>
                <a:off x="3738563" y="5742622"/>
                <a:ext cx="381000" cy="276225"/>
              </a:xfrm>
              <a:custGeom>
                <a:avLst/>
                <a:gdLst>
                  <a:gd name="connsiteX0" fmla="*/ 196215 w 381000"/>
                  <a:gd name="connsiteY0" fmla="*/ 12383 h 276225"/>
                  <a:gd name="connsiteX1" fmla="*/ 194310 w 381000"/>
                  <a:gd name="connsiteY1" fmla="*/ 9525 h 276225"/>
                  <a:gd name="connsiteX2" fmla="*/ 194310 w 381000"/>
                  <a:gd name="connsiteY2" fmla="*/ 9525 h 276225"/>
                  <a:gd name="connsiteX3" fmla="*/ 9525 w 381000"/>
                  <a:gd name="connsiteY3" fmla="*/ 268605 h 276225"/>
                  <a:gd name="connsiteX4" fmla="*/ 9525 w 381000"/>
                  <a:gd name="connsiteY4" fmla="*/ 268605 h 276225"/>
                  <a:gd name="connsiteX5" fmla="*/ 14287 w 381000"/>
                  <a:gd name="connsiteY5" fmla="*/ 268605 h 276225"/>
                  <a:gd name="connsiteX6" fmla="*/ 380048 w 381000"/>
                  <a:gd name="connsiteY6" fmla="*/ 268605 h 276225"/>
                  <a:gd name="connsiteX7" fmla="*/ 380048 w 381000"/>
                  <a:gd name="connsiteY7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196215" y="12383"/>
                    </a:move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9525" y="268605"/>
                    </a:lnTo>
                    <a:lnTo>
                      <a:pt x="9525" y="268605"/>
                    </a:lnTo>
                    <a:lnTo>
                      <a:pt x="14287" y="268605"/>
                    </a:lnTo>
                    <a:lnTo>
                      <a:pt x="380048" y="268605"/>
                    </a:lnTo>
                    <a:lnTo>
                      <a:pt x="380048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32" name="Полилиния: фигура 24">
                <a:extLst>
                  <a:ext uri="{FF2B5EF4-FFF2-40B4-BE49-F238E27FC236}">
                    <a16:creationId xmlns:a16="http://schemas.microsoft.com/office/drawing/2014/main" id="{0761FAB0-FAF5-4D97-B179-9A0E24B28678}"/>
                  </a:ext>
                </a:extLst>
              </p:cNvPr>
              <p:cNvSpPr/>
              <p:nvPr/>
            </p:nvSpPr>
            <p:spPr>
              <a:xfrm>
                <a:off x="4850130" y="4183379"/>
                <a:ext cx="381000" cy="276225"/>
              </a:xfrm>
              <a:custGeom>
                <a:avLst/>
                <a:gdLst>
                  <a:gd name="connsiteX0" fmla="*/ 194310 w 381000"/>
                  <a:gd name="connsiteY0" fmla="*/ 9525 h 276225"/>
                  <a:gd name="connsiteX1" fmla="*/ 194310 w 381000"/>
                  <a:gd name="connsiteY1" fmla="*/ 9525 h 276225"/>
                  <a:gd name="connsiteX2" fmla="*/ 194310 w 381000"/>
                  <a:gd name="connsiteY2" fmla="*/ 9525 h 276225"/>
                  <a:gd name="connsiteX3" fmla="*/ 9525 w 381000"/>
                  <a:gd name="connsiteY3" fmla="*/ 269558 h 276225"/>
                  <a:gd name="connsiteX4" fmla="*/ 9525 w 381000"/>
                  <a:gd name="connsiteY4" fmla="*/ 269558 h 276225"/>
                  <a:gd name="connsiteX5" fmla="*/ 9525 w 381000"/>
                  <a:gd name="connsiteY5" fmla="*/ 269558 h 276225"/>
                  <a:gd name="connsiteX6" fmla="*/ 380048 w 381000"/>
                  <a:gd name="connsiteY6" fmla="*/ 269558 h 276225"/>
                  <a:gd name="connsiteX7" fmla="*/ 380048 w 381000"/>
                  <a:gd name="connsiteY7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194310" y="9525"/>
                    </a:move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9525" y="269558"/>
                    </a:lnTo>
                    <a:lnTo>
                      <a:pt x="9525" y="269558"/>
                    </a:lnTo>
                    <a:lnTo>
                      <a:pt x="9525" y="269558"/>
                    </a:lnTo>
                    <a:lnTo>
                      <a:pt x="380048" y="269558"/>
                    </a:lnTo>
                    <a:lnTo>
                      <a:pt x="380048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25">
                <a:extLst>
                  <a:ext uri="{FF2B5EF4-FFF2-40B4-BE49-F238E27FC236}">
                    <a16:creationId xmlns:a16="http://schemas.microsoft.com/office/drawing/2014/main" id="{0F5F5BC7-6DBD-4DD4-AFD8-8F348346DC37}"/>
                  </a:ext>
                </a:extLst>
              </p:cNvPr>
              <p:cNvSpPr/>
              <p:nvPr/>
            </p:nvSpPr>
            <p:spPr>
              <a:xfrm>
                <a:off x="5034915" y="4183379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195262 w 381000"/>
                  <a:gd name="connsiteY1" fmla="*/ 269558 h 276225"/>
                  <a:gd name="connsiteX2" fmla="*/ 380047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195262" y="269558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34" name="Полилиния: фигура 26">
                <a:extLst>
                  <a:ext uri="{FF2B5EF4-FFF2-40B4-BE49-F238E27FC236}">
                    <a16:creationId xmlns:a16="http://schemas.microsoft.com/office/drawing/2014/main" id="{284D7F56-7708-4A8F-BCAE-BB14F2615AF7}"/>
                  </a:ext>
                </a:extLst>
              </p:cNvPr>
              <p:cNvSpPr/>
              <p:nvPr/>
            </p:nvSpPr>
            <p:spPr>
              <a:xfrm>
                <a:off x="4850130" y="4443412"/>
                <a:ext cx="381000" cy="276225"/>
              </a:xfrm>
              <a:custGeom>
                <a:avLst/>
                <a:gdLst>
                  <a:gd name="connsiteX0" fmla="*/ 380048 w 381000"/>
                  <a:gd name="connsiteY0" fmla="*/ 9525 h 276225"/>
                  <a:gd name="connsiteX1" fmla="*/ 9525 w 381000"/>
                  <a:gd name="connsiteY1" fmla="*/ 9525 h 276225"/>
                  <a:gd name="connsiteX2" fmla="*/ 9525 w 381000"/>
                  <a:gd name="connsiteY2" fmla="*/ 9525 h 276225"/>
                  <a:gd name="connsiteX3" fmla="*/ 194310 w 381000"/>
                  <a:gd name="connsiteY3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76225">
                    <a:moveTo>
                      <a:pt x="380048" y="9525"/>
                    </a:moveTo>
                    <a:lnTo>
                      <a:pt x="9525" y="9525"/>
                    </a:lnTo>
                    <a:lnTo>
                      <a:pt x="9525" y="9525"/>
                    </a:lnTo>
                    <a:lnTo>
                      <a:pt x="194310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35" name="Полилиния: фигура 27">
                <a:extLst>
                  <a:ext uri="{FF2B5EF4-FFF2-40B4-BE49-F238E27FC236}">
                    <a16:creationId xmlns:a16="http://schemas.microsoft.com/office/drawing/2014/main" id="{C84232E7-722A-472F-B270-DA98A7089078}"/>
                  </a:ext>
                </a:extLst>
              </p:cNvPr>
              <p:cNvSpPr/>
              <p:nvPr/>
            </p:nvSpPr>
            <p:spPr>
              <a:xfrm>
                <a:off x="4664392" y="4443412"/>
                <a:ext cx="381000" cy="276225"/>
              </a:xfrm>
              <a:custGeom>
                <a:avLst/>
                <a:gdLst>
                  <a:gd name="connsiteX0" fmla="*/ 195262 w 381000"/>
                  <a:gd name="connsiteY0" fmla="*/ 9525 h 276225"/>
                  <a:gd name="connsiteX1" fmla="*/ 195262 w 381000"/>
                  <a:gd name="connsiteY1" fmla="*/ 9525 h 276225"/>
                  <a:gd name="connsiteX2" fmla="*/ 195262 w 381000"/>
                  <a:gd name="connsiteY2" fmla="*/ 9525 h 276225"/>
                  <a:gd name="connsiteX3" fmla="*/ 9525 w 381000"/>
                  <a:gd name="connsiteY3" fmla="*/ 268605 h 276225"/>
                  <a:gd name="connsiteX4" fmla="*/ 9525 w 381000"/>
                  <a:gd name="connsiteY4" fmla="*/ 269557 h 276225"/>
                  <a:gd name="connsiteX5" fmla="*/ 11430 w 381000"/>
                  <a:gd name="connsiteY5" fmla="*/ 269557 h 276225"/>
                  <a:gd name="connsiteX6" fmla="*/ 380048 w 381000"/>
                  <a:gd name="connsiteY6" fmla="*/ 269557 h 276225"/>
                  <a:gd name="connsiteX7" fmla="*/ 380048 w 381000"/>
                  <a:gd name="connsiteY7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195262" y="9525"/>
                    </a:moveTo>
                    <a:lnTo>
                      <a:pt x="195262" y="9525"/>
                    </a:lnTo>
                    <a:lnTo>
                      <a:pt x="195262" y="9525"/>
                    </a:lnTo>
                    <a:lnTo>
                      <a:pt x="9525" y="268605"/>
                    </a:lnTo>
                    <a:lnTo>
                      <a:pt x="9525" y="269557"/>
                    </a:lnTo>
                    <a:lnTo>
                      <a:pt x="11430" y="269557"/>
                    </a:lnTo>
                    <a:lnTo>
                      <a:pt x="380048" y="269557"/>
                    </a:lnTo>
                    <a:lnTo>
                      <a:pt x="380048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36" name="Полилиния: фигура 28">
                <a:extLst>
                  <a:ext uri="{FF2B5EF4-FFF2-40B4-BE49-F238E27FC236}">
                    <a16:creationId xmlns:a16="http://schemas.microsoft.com/office/drawing/2014/main" id="{4573EFF9-0DBD-4C3B-8220-09E324284134}"/>
                  </a:ext>
                </a:extLst>
              </p:cNvPr>
              <p:cNvSpPr/>
              <p:nvPr/>
            </p:nvSpPr>
            <p:spPr>
              <a:xfrm>
                <a:off x="4110038" y="2624137"/>
                <a:ext cx="381000" cy="276225"/>
              </a:xfrm>
              <a:custGeom>
                <a:avLst/>
                <a:gdLst>
                  <a:gd name="connsiteX0" fmla="*/ 379095 w 381000"/>
                  <a:gd name="connsiteY0" fmla="*/ 269558 h 276225"/>
                  <a:gd name="connsiteX1" fmla="*/ 11430 w 381000"/>
                  <a:gd name="connsiteY1" fmla="*/ 269558 h 276225"/>
                  <a:gd name="connsiteX2" fmla="*/ 9525 w 381000"/>
                  <a:gd name="connsiteY2" fmla="*/ 266700 h 276225"/>
                  <a:gd name="connsiteX3" fmla="*/ 193358 w 381000"/>
                  <a:gd name="connsiteY3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76225">
                    <a:moveTo>
                      <a:pt x="379095" y="269558"/>
                    </a:moveTo>
                    <a:lnTo>
                      <a:pt x="11430" y="269558"/>
                    </a:lnTo>
                    <a:lnTo>
                      <a:pt x="9525" y="266700"/>
                    </a:lnTo>
                    <a:lnTo>
                      <a:pt x="19335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29">
                <a:extLst>
                  <a:ext uri="{FF2B5EF4-FFF2-40B4-BE49-F238E27FC236}">
                    <a16:creationId xmlns:a16="http://schemas.microsoft.com/office/drawing/2014/main" id="{DE88124F-110D-4BBB-9258-062C1C4870E3}"/>
                  </a:ext>
                </a:extLst>
              </p:cNvPr>
              <p:cNvSpPr/>
              <p:nvPr/>
            </p:nvSpPr>
            <p:spPr>
              <a:xfrm>
                <a:off x="3923348" y="2624137"/>
                <a:ext cx="381000" cy="276225"/>
              </a:xfrm>
              <a:custGeom>
                <a:avLst/>
                <a:gdLst>
                  <a:gd name="connsiteX0" fmla="*/ 196215 w 381000"/>
                  <a:gd name="connsiteY0" fmla="*/ 266700 h 276225"/>
                  <a:gd name="connsiteX1" fmla="*/ 195262 w 381000"/>
                  <a:gd name="connsiteY1" fmla="*/ 269558 h 276225"/>
                  <a:gd name="connsiteX2" fmla="*/ 195262 w 381000"/>
                  <a:gd name="connsiteY2" fmla="*/ 269558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  <a:gd name="connsiteX5" fmla="*/ 14287 w 381000"/>
                  <a:gd name="connsiteY5" fmla="*/ 9525 h 276225"/>
                  <a:gd name="connsiteX6" fmla="*/ 380048 w 381000"/>
                  <a:gd name="connsiteY6" fmla="*/ 9525 h 276225"/>
                  <a:gd name="connsiteX7" fmla="*/ 380048 w 381000"/>
                  <a:gd name="connsiteY7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196215" y="266700"/>
                    </a:moveTo>
                    <a:lnTo>
                      <a:pt x="195262" y="269558"/>
                    </a:lnTo>
                    <a:lnTo>
                      <a:pt x="195262" y="269558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14287" y="9525"/>
                    </a:lnTo>
                    <a:lnTo>
                      <a:pt x="380048" y="9525"/>
                    </a:lnTo>
                    <a:lnTo>
                      <a:pt x="38004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38" name="Полилиния: фигура 30">
                <a:extLst>
                  <a:ext uri="{FF2B5EF4-FFF2-40B4-BE49-F238E27FC236}">
                    <a16:creationId xmlns:a16="http://schemas.microsoft.com/office/drawing/2014/main" id="{3262B565-70BA-4508-BDB1-F98805E3D2C3}"/>
                  </a:ext>
                </a:extLst>
              </p:cNvPr>
              <p:cNvSpPr/>
              <p:nvPr/>
            </p:nvSpPr>
            <p:spPr>
              <a:xfrm>
                <a:off x="4665345" y="3404234"/>
                <a:ext cx="381000" cy="276225"/>
              </a:xfrm>
              <a:custGeom>
                <a:avLst/>
                <a:gdLst>
                  <a:gd name="connsiteX0" fmla="*/ 379095 w 381000"/>
                  <a:gd name="connsiteY0" fmla="*/ 268605 h 276225"/>
                  <a:gd name="connsiteX1" fmla="*/ 10477 w 381000"/>
                  <a:gd name="connsiteY1" fmla="*/ 268605 h 276225"/>
                  <a:gd name="connsiteX2" fmla="*/ 9525 w 381000"/>
                  <a:gd name="connsiteY2" fmla="*/ 267653 h 276225"/>
                  <a:gd name="connsiteX3" fmla="*/ 194310 w 381000"/>
                  <a:gd name="connsiteY3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76225">
                    <a:moveTo>
                      <a:pt x="379095" y="268605"/>
                    </a:moveTo>
                    <a:lnTo>
                      <a:pt x="10477" y="268605"/>
                    </a:lnTo>
                    <a:lnTo>
                      <a:pt x="9525" y="267653"/>
                    </a:lnTo>
                    <a:lnTo>
                      <a:pt x="194310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39" name="Полилиния: фигура 31">
                <a:extLst>
                  <a:ext uri="{FF2B5EF4-FFF2-40B4-BE49-F238E27FC236}">
                    <a16:creationId xmlns:a16="http://schemas.microsoft.com/office/drawing/2014/main" id="{1B59A1F0-7636-4B7B-9ECC-1E501B2DD78C}"/>
                  </a:ext>
                </a:extLst>
              </p:cNvPr>
              <p:cNvSpPr/>
              <p:nvPr/>
            </p:nvSpPr>
            <p:spPr>
              <a:xfrm>
                <a:off x="4480560" y="3144202"/>
                <a:ext cx="381000" cy="276225"/>
              </a:xfrm>
              <a:custGeom>
                <a:avLst/>
                <a:gdLst>
                  <a:gd name="connsiteX0" fmla="*/ 379095 w 381000"/>
                  <a:gd name="connsiteY0" fmla="*/ 268605 h 276225"/>
                  <a:gd name="connsiteX1" fmla="*/ 10477 w 381000"/>
                  <a:gd name="connsiteY1" fmla="*/ 268605 h 276225"/>
                  <a:gd name="connsiteX2" fmla="*/ 9525 w 381000"/>
                  <a:gd name="connsiteY2" fmla="*/ 267652 h 276225"/>
                  <a:gd name="connsiteX3" fmla="*/ 193357 w 381000"/>
                  <a:gd name="connsiteY3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76225">
                    <a:moveTo>
                      <a:pt x="379095" y="268605"/>
                    </a:moveTo>
                    <a:lnTo>
                      <a:pt x="10477" y="268605"/>
                    </a:lnTo>
                    <a:lnTo>
                      <a:pt x="9525" y="267652"/>
                    </a:lnTo>
                    <a:lnTo>
                      <a:pt x="19335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40" name="Полилиния: фигура 32">
                <a:extLst>
                  <a:ext uri="{FF2B5EF4-FFF2-40B4-BE49-F238E27FC236}">
                    <a16:creationId xmlns:a16="http://schemas.microsoft.com/office/drawing/2014/main" id="{ED26FF74-81B3-4D2F-AFC0-D1D2A2C80CBB}"/>
                  </a:ext>
                </a:extLst>
              </p:cNvPr>
              <p:cNvSpPr/>
              <p:nvPr/>
            </p:nvSpPr>
            <p:spPr>
              <a:xfrm>
                <a:off x="4479608" y="3403282"/>
                <a:ext cx="381000" cy="276225"/>
              </a:xfrm>
              <a:custGeom>
                <a:avLst/>
                <a:gdLst>
                  <a:gd name="connsiteX0" fmla="*/ 195262 w 381000"/>
                  <a:gd name="connsiteY0" fmla="*/ 268605 h 276225"/>
                  <a:gd name="connsiteX1" fmla="*/ 194310 w 381000"/>
                  <a:gd name="connsiteY1" fmla="*/ 269558 h 276225"/>
                  <a:gd name="connsiteX2" fmla="*/ 194310 w 381000"/>
                  <a:gd name="connsiteY2" fmla="*/ 269558 h 276225"/>
                  <a:gd name="connsiteX3" fmla="*/ 9525 w 381000"/>
                  <a:gd name="connsiteY3" fmla="*/ 10477 h 276225"/>
                  <a:gd name="connsiteX4" fmla="*/ 9525 w 381000"/>
                  <a:gd name="connsiteY4" fmla="*/ 9525 h 276225"/>
                  <a:gd name="connsiteX5" fmla="*/ 11430 w 381000"/>
                  <a:gd name="connsiteY5" fmla="*/ 9525 h 276225"/>
                  <a:gd name="connsiteX6" fmla="*/ 380047 w 381000"/>
                  <a:gd name="connsiteY6" fmla="*/ 9525 h 276225"/>
                  <a:gd name="connsiteX7" fmla="*/ 380047 w 381000"/>
                  <a:gd name="connsiteY7" fmla="*/ 1047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195262" y="268605"/>
                    </a:moveTo>
                    <a:lnTo>
                      <a:pt x="194310" y="269558"/>
                    </a:lnTo>
                    <a:lnTo>
                      <a:pt x="194310" y="269558"/>
                    </a:lnTo>
                    <a:lnTo>
                      <a:pt x="9525" y="10477"/>
                    </a:lnTo>
                    <a:lnTo>
                      <a:pt x="9525" y="9525"/>
                    </a:lnTo>
                    <a:lnTo>
                      <a:pt x="11430" y="9525"/>
                    </a:lnTo>
                    <a:lnTo>
                      <a:pt x="380047" y="9525"/>
                    </a:lnTo>
                    <a:lnTo>
                      <a:pt x="380047" y="1047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33">
                <a:extLst>
                  <a:ext uri="{FF2B5EF4-FFF2-40B4-BE49-F238E27FC236}">
                    <a16:creationId xmlns:a16="http://schemas.microsoft.com/office/drawing/2014/main" id="{F8C699F5-7917-4949-B274-AA83E5C01C8C}"/>
                  </a:ext>
                </a:extLst>
              </p:cNvPr>
              <p:cNvSpPr/>
              <p:nvPr/>
            </p:nvSpPr>
            <p:spPr>
              <a:xfrm>
                <a:off x="4109085" y="2884170"/>
                <a:ext cx="381000" cy="276225"/>
              </a:xfrm>
              <a:custGeom>
                <a:avLst/>
                <a:gdLst>
                  <a:gd name="connsiteX0" fmla="*/ 196215 w 381000"/>
                  <a:gd name="connsiteY0" fmla="*/ 267652 h 276225"/>
                  <a:gd name="connsiteX1" fmla="*/ 194310 w 381000"/>
                  <a:gd name="connsiteY1" fmla="*/ 269558 h 276225"/>
                  <a:gd name="connsiteX2" fmla="*/ 194310 w 381000"/>
                  <a:gd name="connsiteY2" fmla="*/ 269558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  <a:gd name="connsiteX5" fmla="*/ 12382 w 381000"/>
                  <a:gd name="connsiteY5" fmla="*/ 9525 h 276225"/>
                  <a:gd name="connsiteX6" fmla="*/ 380048 w 381000"/>
                  <a:gd name="connsiteY6" fmla="*/ 9525 h 276225"/>
                  <a:gd name="connsiteX7" fmla="*/ 380048 w 381000"/>
                  <a:gd name="connsiteY7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196215" y="267652"/>
                    </a:moveTo>
                    <a:lnTo>
                      <a:pt x="194310" y="269558"/>
                    </a:lnTo>
                    <a:lnTo>
                      <a:pt x="194310" y="269558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12382" y="9525"/>
                    </a:lnTo>
                    <a:lnTo>
                      <a:pt x="380048" y="9525"/>
                    </a:lnTo>
                    <a:lnTo>
                      <a:pt x="38004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34">
                <a:extLst>
                  <a:ext uri="{FF2B5EF4-FFF2-40B4-BE49-F238E27FC236}">
                    <a16:creationId xmlns:a16="http://schemas.microsoft.com/office/drawing/2014/main" id="{CA2B2D3C-9BF8-4AD1-8401-48067CE274C5}"/>
                  </a:ext>
                </a:extLst>
              </p:cNvPr>
              <p:cNvSpPr/>
              <p:nvPr/>
            </p:nvSpPr>
            <p:spPr>
              <a:xfrm>
                <a:off x="4293870" y="3144202"/>
                <a:ext cx="381000" cy="276225"/>
              </a:xfrm>
              <a:custGeom>
                <a:avLst/>
                <a:gdLst>
                  <a:gd name="connsiteX0" fmla="*/ 196215 w 381000"/>
                  <a:gd name="connsiteY0" fmla="*/ 267652 h 276225"/>
                  <a:gd name="connsiteX1" fmla="*/ 195262 w 381000"/>
                  <a:gd name="connsiteY1" fmla="*/ 268605 h 276225"/>
                  <a:gd name="connsiteX2" fmla="*/ 195262 w 381000"/>
                  <a:gd name="connsiteY2" fmla="*/ 268605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  <a:gd name="connsiteX5" fmla="*/ 12382 w 381000"/>
                  <a:gd name="connsiteY5" fmla="*/ 9525 h 276225"/>
                  <a:gd name="connsiteX6" fmla="*/ 380047 w 381000"/>
                  <a:gd name="connsiteY6" fmla="*/ 9525 h 276225"/>
                  <a:gd name="connsiteX7" fmla="*/ 380047 w 381000"/>
                  <a:gd name="connsiteY7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196215" y="267652"/>
                    </a:moveTo>
                    <a:lnTo>
                      <a:pt x="195262" y="268605"/>
                    </a:lnTo>
                    <a:lnTo>
                      <a:pt x="195262" y="268605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12382" y="9525"/>
                    </a:lnTo>
                    <a:lnTo>
                      <a:pt x="380047" y="9525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35">
                <a:extLst>
                  <a:ext uri="{FF2B5EF4-FFF2-40B4-BE49-F238E27FC236}">
                    <a16:creationId xmlns:a16="http://schemas.microsoft.com/office/drawing/2014/main" id="{276D5A60-3955-473C-B8C3-CFEB7E57768D}"/>
                  </a:ext>
                </a:extLst>
              </p:cNvPr>
              <p:cNvSpPr/>
              <p:nvPr/>
            </p:nvSpPr>
            <p:spPr>
              <a:xfrm>
                <a:off x="4295775" y="2884170"/>
                <a:ext cx="381000" cy="276225"/>
              </a:xfrm>
              <a:custGeom>
                <a:avLst/>
                <a:gdLst>
                  <a:gd name="connsiteX0" fmla="*/ 378142 w 381000"/>
                  <a:gd name="connsiteY0" fmla="*/ 269558 h 276225"/>
                  <a:gd name="connsiteX1" fmla="*/ 10477 w 381000"/>
                  <a:gd name="connsiteY1" fmla="*/ 269558 h 276225"/>
                  <a:gd name="connsiteX2" fmla="*/ 9525 w 381000"/>
                  <a:gd name="connsiteY2" fmla="*/ 267652 h 276225"/>
                  <a:gd name="connsiteX3" fmla="*/ 193358 w 381000"/>
                  <a:gd name="connsiteY3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76225">
                    <a:moveTo>
                      <a:pt x="378142" y="269558"/>
                    </a:moveTo>
                    <a:lnTo>
                      <a:pt x="10477" y="269558"/>
                    </a:lnTo>
                    <a:lnTo>
                      <a:pt x="9525" y="267652"/>
                    </a:lnTo>
                    <a:lnTo>
                      <a:pt x="19335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36">
                <a:extLst>
                  <a:ext uri="{FF2B5EF4-FFF2-40B4-BE49-F238E27FC236}">
                    <a16:creationId xmlns:a16="http://schemas.microsoft.com/office/drawing/2014/main" id="{2B33BE67-5082-4940-859E-4D25DA789717}"/>
                  </a:ext>
                </a:extLst>
              </p:cNvPr>
              <p:cNvSpPr/>
              <p:nvPr/>
            </p:nvSpPr>
            <p:spPr>
              <a:xfrm>
                <a:off x="3555683" y="1844992"/>
                <a:ext cx="381000" cy="276225"/>
              </a:xfrm>
              <a:custGeom>
                <a:avLst/>
                <a:gdLst>
                  <a:gd name="connsiteX0" fmla="*/ 377190 w 381000"/>
                  <a:gd name="connsiteY0" fmla="*/ 269557 h 276225"/>
                  <a:gd name="connsiteX1" fmla="*/ 12382 w 381000"/>
                  <a:gd name="connsiteY1" fmla="*/ 269557 h 276225"/>
                  <a:gd name="connsiteX2" fmla="*/ 9525 w 381000"/>
                  <a:gd name="connsiteY2" fmla="*/ 264795 h 276225"/>
                  <a:gd name="connsiteX3" fmla="*/ 192405 w 381000"/>
                  <a:gd name="connsiteY3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76225">
                    <a:moveTo>
                      <a:pt x="377190" y="269557"/>
                    </a:moveTo>
                    <a:lnTo>
                      <a:pt x="12382" y="269557"/>
                    </a:lnTo>
                    <a:lnTo>
                      <a:pt x="9525" y="264795"/>
                    </a:lnTo>
                    <a:lnTo>
                      <a:pt x="192405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37">
                <a:extLst>
                  <a:ext uri="{FF2B5EF4-FFF2-40B4-BE49-F238E27FC236}">
                    <a16:creationId xmlns:a16="http://schemas.microsoft.com/office/drawing/2014/main" id="{0B38C413-FB58-4C9C-BCDC-B8A743350830}"/>
                  </a:ext>
                </a:extLst>
              </p:cNvPr>
              <p:cNvSpPr/>
              <p:nvPr/>
            </p:nvSpPr>
            <p:spPr>
              <a:xfrm>
                <a:off x="3558540" y="2105025"/>
                <a:ext cx="381000" cy="266700"/>
              </a:xfrm>
              <a:custGeom>
                <a:avLst/>
                <a:gdLst>
                  <a:gd name="connsiteX0" fmla="*/ 191452 w 381000"/>
                  <a:gd name="connsiteY0" fmla="*/ 265748 h 266700"/>
                  <a:gd name="connsiteX1" fmla="*/ 9525 w 381000"/>
                  <a:gd name="connsiteY1" fmla="*/ 9525 h 266700"/>
                  <a:gd name="connsiteX2" fmla="*/ 374333 w 381000"/>
                  <a:gd name="connsiteY2" fmla="*/ 9525 h 266700"/>
                  <a:gd name="connsiteX3" fmla="*/ 374333 w 381000"/>
                  <a:gd name="connsiteY3" fmla="*/ 9525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66700">
                    <a:moveTo>
                      <a:pt x="191452" y="265748"/>
                    </a:moveTo>
                    <a:lnTo>
                      <a:pt x="9525" y="9525"/>
                    </a:lnTo>
                    <a:lnTo>
                      <a:pt x="374333" y="9525"/>
                    </a:lnTo>
                    <a:lnTo>
                      <a:pt x="374333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46" name="Полилиния: фигура 38">
                <a:extLst>
                  <a:ext uri="{FF2B5EF4-FFF2-40B4-BE49-F238E27FC236}">
                    <a16:creationId xmlns:a16="http://schemas.microsoft.com/office/drawing/2014/main" id="{1E7C37F2-FA2E-4299-A2F0-B4FC5AF2546E}"/>
                  </a:ext>
                </a:extLst>
              </p:cNvPr>
              <p:cNvSpPr/>
              <p:nvPr/>
            </p:nvSpPr>
            <p:spPr>
              <a:xfrm>
                <a:off x="3373755" y="1844992"/>
                <a:ext cx="381000" cy="266700"/>
              </a:xfrm>
              <a:custGeom>
                <a:avLst/>
                <a:gdLst>
                  <a:gd name="connsiteX0" fmla="*/ 191452 w 381000"/>
                  <a:gd name="connsiteY0" fmla="*/ 264795 h 266700"/>
                  <a:gd name="connsiteX1" fmla="*/ 9525 w 381000"/>
                  <a:gd name="connsiteY1" fmla="*/ 9525 h 266700"/>
                  <a:gd name="connsiteX2" fmla="*/ 374332 w 381000"/>
                  <a:gd name="connsiteY2" fmla="*/ 9525 h 266700"/>
                  <a:gd name="connsiteX3" fmla="*/ 374332 w 381000"/>
                  <a:gd name="connsiteY3" fmla="*/ 9525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66700">
                    <a:moveTo>
                      <a:pt x="191452" y="264795"/>
                    </a:moveTo>
                    <a:lnTo>
                      <a:pt x="9525" y="9525"/>
                    </a:lnTo>
                    <a:lnTo>
                      <a:pt x="374332" y="9525"/>
                    </a:lnTo>
                    <a:lnTo>
                      <a:pt x="374332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39">
                <a:extLst>
                  <a:ext uri="{FF2B5EF4-FFF2-40B4-BE49-F238E27FC236}">
                    <a16:creationId xmlns:a16="http://schemas.microsoft.com/office/drawing/2014/main" id="{E12E23EC-55BC-4C7B-95B3-050E8080ED6A}"/>
                  </a:ext>
                </a:extLst>
              </p:cNvPr>
              <p:cNvSpPr/>
              <p:nvPr/>
            </p:nvSpPr>
            <p:spPr>
              <a:xfrm>
                <a:off x="3740468" y="2105025"/>
                <a:ext cx="381000" cy="276225"/>
              </a:xfrm>
              <a:custGeom>
                <a:avLst/>
                <a:gdLst>
                  <a:gd name="connsiteX0" fmla="*/ 378142 w 381000"/>
                  <a:gd name="connsiteY0" fmla="*/ 268605 h 276225"/>
                  <a:gd name="connsiteX1" fmla="*/ 12382 w 381000"/>
                  <a:gd name="connsiteY1" fmla="*/ 268605 h 276225"/>
                  <a:gd name="connsiteX2" fmla="*/ 9525 w 381000"/>
                  <a:gd name="connsiteY2" fmla="*/ 265748 h 276225"/>
                  <a:gd name="connsiteX3" fmla="*/ 192405 w 381000"/>
                  <a:gd name="connsiteY3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76225">
                    <a:moveTo>
                      <a:pt x="378142" y="268605"/>
                    </a:moveTo>
                    <a:lnTo>
                      <a:pt x="12382" y="268605"/>
                    </a:lnTo>
                    <a:lnTo>
                      <a:pt x="9525" y="265748"/>
                    </a:lnTo>
                    <a:lnTo>
                      <a:pt x="192405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0">
                <a:extLst>
                  <a:ext uri="{FF2B5EF4-FFF2-40B4-BE49-F238E27FC236}">
                    <a16:creationId xmlns:a16="http://schemas.microsoft.com/office/drawing/2014/main" id="{0253F1BB-8DB8-45AE-8E55-C0DB107CFAD0}"/>
                  </a:ext>
                </a:extLst>
              </p:cNvPr>
              <p:cNvSpPr/>
              <p:nvPr/>
            </p:nvSpPr>
            <p:spPr>
              <a:xfrm>
                <a:off x="3925253" y="2364105"/>
                <a:ext cx="381000" cy="276225"/>
              </a:xfrm>
              <a:custGeom>
                <a:avLst/>
                <a:gdLst>
                  <a:gd name="connsiteX0" fmla="*/ 378143 w 381000"/>
                  <a:gd name="connsiteY0" fmla="*/ 269557 h 276225"/>
                  <a:gd name="connsiteX1" fmla="*/ 12383 w 381000"/>
                  <a:gd name="connsiteY1" fmla="*/ 269557 h 276225"/>
                  <a:gd name="connsiteX2" fmla="*/ 9525 w 381000"/>
                  <a:gd name="connsiteY2" fmla="*/ 266700 h 276225"/>
                  <a:gd name="connsiteX3" fmla="*/ 193358 w 381000"/>
                  <a:gd name="connsiteY3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76225">
                    <a:moveTo>
                      <a:pt x="378143" y="269557"/>
                    </a:moveTo>
                    <a:lnTo>
                      <a:pt x="12383" y="269557"/>
                    </a:lnTo>
                    <a:lnTo>
                      <a:pt x="9525" y="266700"/>
                    </a:lnTo>
                    <a:lnTo>
                      <a:pt x="19335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1">
                <a:extLst>
                  <a:ext uri="{FF2B5EF4-FFF2-40B4-BE49-F238E27FC236}">
                    <a16:creationId xmlns:a16="http://schemas.microsoft.com/office/drawing/2014/main" id="{9BC8AE1D-B357-4311-8D09-D5EB3B1CE7F5}"/>
                  </a:ext>
                </a:extLst>
              </p:cNvPr>
              <p:cNvSpPr/>
              <p:nvPr/>
            </p:nvSpPr>
            <p:spPr>
              <a:xfrm>
                <a:off x="3738563" y="2364105"/>
                <a:ext cx="381000" cy="276225"/>
              </a:xfrm>
              <a:custGeom>
                <a:avLst/>
                <a:gdLst>
                  <a:gd name="connsiteX0" fmla="*/ 196215 w 381000"/>
                  <a:gd name="connsiteY0" fmla="*/ 266700 h 276225"/>
                  <a:gd name="connsiteX1" fmla="*/ 194310 w 381000"/>
                  <a:gd name="connsiteY1" fmla="*/ 269557 h 276225"/>
                  <a:gd name="connsiteX2" fmla="*/ 194310 w 381000"/>
                  <a:gd name="connsiteY2" fmla="*/ 269557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  <a:gd name="connsiteX5" fmla="*/ 14287 w 381000"/>
                  <a:gd name="connsiteY5" fmla="*/ 9525 h 276225"/>
                  <a:gd name="connsiteX6" fmla="*/ 380048 w 381000"/>
                  <a:gd name="connsiteY6" fmla="*/ 9525 h 276225"/>
                  <a:gd name="connsiteX7" fmla="*/ 380048 w 381000"/>
                  <a:gd name="connsiteY7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196215" y="266700"/>
                    </a:moveTo>
                    <a:lnTo>
                      <a:pt x="194310" y="269557"/>
                    </a:lnTo>
                    <a:lnTo>
                      <a:pt x="194310" y="269557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14287" y="9525"/>
                    </a:lnTo>
                    <a:lnTo>
                      <a:pt x="380048" y="9525"/>
                    </a:lnTo>
                    <a:lnTo>
                      <a:pt x="38004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42">
                <a:extLst>
                  <a:ext uri="{FF2B5EF4-FFF2-40B4-BE49-F238E27FC236}">
                    <a16:creationId xmlns:a16="http://schemas.microsoft.com/office/drawing/2014/main" id="{AC3E61AE-BA2B-45F1-9383-2BB2A4131C61}"/>
                  </a:ext>
                </a:extLst>
              </p:cNvPr>
              <p:cNvSpPr/>
              <p:nvPr/>
            </p:nvSpPr>
            <p:spPr>
              <a:xfrm>
                <a:off x="4850130" y="3923347"/>
                <a:ext cx="381000" cy="276225"/>
              </a:xfrm>
              <a:custGeom>
                <a:avLst/>
                <a:gdLst>
                  <a:gd name="connsiteX0" fmla="*/ 194310 w 381000"/>
                  <a:gd name="connsiteY0" fmla="*/ 269558 h 276225"/>
                  <a:gd name="connsiteX1" fmla="*/ 194310 w 381000"/>
                  <a:gd name="connsiteY1" fmla="*/ 269558 h 276225"/>
                  <a:gd name="connsiteX2" fmla="*/ 194310 w 381000"/>
                  <a:gd name="connsiteY2" fmla="*/ 269558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  <a:gd name="connsiteX5" fmla="*/ 9525 w 381000"/>
                  <a:gd name="connsiteY5" fmla="*/ 9525 h 276225"/>
                  <a:gd name="connsiteX6" fmla="*/ 380048 w 381000"/>
                  <a:gd name="connsiteY6" fmla="*/ 9525 h 276225"/>
                  <a:gd name="connsiteX7" fmla="*/ 380048 w 381000"/>
                  <a:gd name="connsiteY7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194310" y="269558"/>
                    </a:moveTo>
                    <a:lnTo>
                      <a:pt x="194310" y="269558"/>
                    </a:lnTo>
                    <a:lnTo>
                      <a:pt x="194310" y="269558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380048" y="9525"/>
                    </a:lnTo>
                    <a:lnTo>
                      <a:pt x="38004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43">
                <a:extLst>
                  <a:ext uri="{FF2B5EF4-FFF2-40B4-BE49-F238E27FC236}">
                    <a16:creationId xmlns:a16="http://schemas.microsoft.com/office/drawing/2014/main" id="{5E639118-C4BB-4649-AF9E-7802D8DD406A}"/>
                  </a:ext>
                </a:extLst>
              </p:cNvPr>
              <p:cNvSpPr/>
              <p:nvPr/>
            </p:nvSpPr>
            <p:spPr>
              <a:xfrm>
                <a:off x="5034915" y="3923347"/>
                <a:ext cx="381000" cy="276225"/>
              </a:xfrm>
              <a:custGeom>
                <a:avLst/>
                <a:gdLst>
                  <a:gd name="connsiteX0" fmla="*/ 9525 w 381000"/>
                  <a:gd name="connsiteY0" fmla="*/ 269558 h 276225"/>
                  <a:gd name="connsiteX1" fmla="*/ 195262 w 381000"/>
                  <a:gd name="connsiteY1" fmla="*/ 9525 h 276225"/>
                  <a:gd name="connsiteX2" fmla="*/ 380047 w 381000"/>
                  <a:gd name="connsiteY2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269558"/>
                    </a:moveTo>
                    <a:lnTo>
                      <a:pt x="195262" y="9525"/>
                    </a:lnTo>
                    <a:lnTo>
                      <a:pt x="380047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44">
                <a:extLst>
                  <a:ext uri="{FF2B5EF4-FFF2-40B4-BE49-F238E27FC236}">
                    <a16:creationId xmlns:a16="http://schemas.microsoft.com/office/drawing/2014/main" id="{B1C083D2-A25D-4995-BFBD-C707BF023CFE}"/>
                  </a:ext>
                </a:extLst>
              </p:cNvPr>
              <p:cNvSpPr/>
              <p:nvPr/>
            </p:nvSpPr>
            <p:spPr>
              <a:xfrm>
                <a:off x="4850130" y="3663315"/>
                <a:ext cx="381000" cy="276225"/>
              </a:xfrm>
              <a:custGeom>
                <a:avLst/>
                <a:gdLst>
                  <a:gd name="connsiteX0" fmla="*/ 380048 w 381000"/>
                  <a:gd name="connsiteY0" fmla="*/ 269557 h 276225"/>
                  <a:gd name="connsiteX1" fmla="*/ 9525 w 381000"/>
                  <a:gd name="connsiteY1" fmla="*/ 269557 h 276225"/>
                  <a:gd name="connsiteX2" fmla="*/ 9525 w 381000"/>
                  <a:gd name="connsiteY2" fmla="*/ 268605 h 276225"/>
                  <a:gd name="connsiteX3" fmla="*/ 194310 w 381000"/>
                  <a:gd name="connsiteY3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0" h="276225">
                    <a:moveTo>
                      <a:pt x="380048" y="269557"/>
                    </a:moveTo>
                    <a:lnTo>
                      <a:pt x="9525" y="269557"/>
                    </a:lnTo>
                    <a:lnTo>
                      <a:pt x="9525" y="268605"/>
                    </a:lnTo>
                    <a:lnTo>
                      <a:pt x="194310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45">
                <a:extLst>
                  <a:ext uri="{FF2B5EF4-FFF2-40B4-BE49-F238E27FC236}">
                    <a16:creationId xmlns:a16="http://schemas.microsoft.com/office/drawing/2014/main" id="{18EAD146-1600-454B-8177-B1A673028B25}"/>
                  </a:ext>
                </a:extLst>
              </p:cNvPr>
              <p:cNvSpPr/>
              <p:nvPr/>
            </p:nvSpPr>
            <p:spPr>
              <a:xfrm>
                <a:off x="4664392" y="3663315"/>
                <a:ext cx="381000" cy="276225"/>
              </a:xfrm>
              <a:custGeom>
                <a:avLst/>
                <a:gdLst>
                  <a:gd name="connsiteX0" fmla="*/ 195262 w 381000"/>
                  <a:gd name="connsiteY0" fmla="*/ 268605 h 276225"/>
                  <a:gd name="connsiteX1" fmla="*/ 195262 w 381000"/>
                  <a:gd name="connsiteY1" fmla="*/ 269557 h 276225"/>
                  <a:gd name="connsiteX2" fmla="*/ 195262 w 381000"/>
                  <a:gd name="connsiteY2" fmla="*/ 269557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  <a:gd name="connsiteX5" fmla="*/ 11430 w 381000"/>
                  <a:gd name="connsiteY5" fmla="*/ 9525 h 276225"/>
                  <a:gd name="connsiteX6" fmla="*/ 380048 w 381000"/>
                  <a:gd name="connsiteY6" fmla="*/ 9525 h 276225"/>
                  <a:gd name="connsiteX7" fmla="*/ 380048 w 381000"/>
                  <a:gd name="connsiteY7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195262" y="268605"/>
                    </a:moveTo>
                    <a:lnTo>
                      <a:pt x="195262" y="269557"/>
                    </a:lnTo>
                    <a:lnTo>
                      <a:pt x="195262" y="269557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11430" y="9525"/>
                    </a:lnTo>
                    <a:lnTo>
                      <a:pt x="380048" y="9525"/>
                    </a:lnTo>
                    <a:lnTo>
                      <a:pt x="38004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54" name="Полилиния: фигура 46">
                <a:extLst>
                  <a:ext uri="{FF2B5EF4-FFF2-40B4-BE49-F238E27FC236}">
                    <a16:creationId xmlns:a16="http://schemas.microsoft.com/office/drawing/2014/main" id="{02205810-5BE7-4DA0-BA28-FD9DBE36D4BE}"/>
                  </a:ext>
                </a:extLst>
              </p:cNvPr>
              <p:cNvSpPr/>
              <p:nvPr/>
            </p:nvSpPr>
            <p:spPr>
              <a:xfrm>
                <a:off x="4479608" y="5482590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194310 w 381000"/>
                  <a:gd name="connsiteY1" fmla="*/ 268605 h 276225"/>
                  <a:gd name="connsiteX2" fmla="*/ 380047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194310" y="268605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47">
                <a:extLst>
                  <a:ext uri="{FF2B5EF4-FFF2-40B4-BE49-F238E27FC236}">
                    <a16:creationId xmlns:a16="http://schemas.microsoft.com/office/drawing/2014/main" id="{3DC0E7C0-BDDC-462D-A403-6A424EED2B05}"/>
                  </a:ext>
                </a:extLst>
              </p:cNvPr>
              <p:cNvSpPr/>
              <p:nvPr/>
            </p:nvSpPr>
            <p:spPr>
              <a:xfrm>
                <a:off x="4479608" y="5222557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9558 h 276225"/>
                  <a:gd name="connsiteX1" fmla="*/ 194310 w 381000"/>
                  <a:gd name="connsiteY1" fmla="*/ 9525 h 276225"/>
                  <a:gd name="connsiteX2" fmla="*/ 194310 w 381000"/>
                  <a:gd name="connsiteY2" fmla="*/ 9525 h 276225"/>
                  <a:gd name="connsiteX3" fmla="*/ 9525 w 381000"/>
                  <a:gd name="connsiteY3" fmla="*/ 269558 h 276225"/>
                  <a:gd name="connsiteX4" fmla="*/ 9525 w 381000"/>
                  <a:gd name="connsiteY4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7" y="269558"/>
                    </a:move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9525" y="269558"/>
                    </a:lnTo>
                    <a:lnTo>
                      <a:pt x="9525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56" name="Полилиния: фигура 48">
                <a:extLst>
                  <a:ext uri="{FF2B5EF4-FFF2-40B4-BE49-F238E27FC236}">
                    <a16:creationId xmlns:a16="http://schemas.microsoft.com/office/drawing/2014/main" id="{A3E20384-62C8-4B60-ABF4-241E806698AC}"/>
                  </a:ext>
                </a:extLst>
              </p:cNvPr>
              <p:cNvSpPr/>
              <p:nvPr/>
            </p:nvSpPr>
            <p:spPr>
              <a:xfrm>
                <a:off x="4293870" y="5742622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195262 w 381000"/>
                  <a:gd name="connsiteY1" fmla="*/ 268605 h 276225"/>
                  <a:gd name="connsiteX2" fmla="*/ 380047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195262" y="268605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49">
                <a:extLst>
                  <a:ext uri="{FF2B5EF4-FFF2-40B4-BE49-F238E27FC236}">
                    <a16:creationId xmlns:a16="http://schemas.microsoft.com/office/drawing/2014/main" id="{E5942812-E105-4B06-A30B-DA71183D8A44}"/>
                  </a:ext>
                </a:extLst>
              </p:cNvPr>
              <p:cNvSpPr/>
              <p:nvPr/>
            </p:nvSpPr>
            <p:spPr>
              <a:xfrm>
                <a:off x="4293870" y="5482590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8605 h 276225"/>
                  <a:gd name="connsiteX1" fmla="*/ 195262 w 381000"/>
                  <a:gd name="connsiteY1" fmla="*/ 9525 h 276225"/>
                  <a:gd name="connsiteX2" fmla="*/ 195262 w 381000"/>
                  <a:gd name="connsiteY2" fmla="*/ 9525 h 276225"/>
                  <a:gd name="connsiteX3" fmla="*/ 9525 w 381000"/>
                  <a:gd name="connsiteY3" fmla="*/ 268605 h 276225"/>
                  <a:gd name="connsiteX4" fmla="*/ 9525 w 381000"/>
                  <a:gd name="connsiteY4" fmla="*/ 269557 h 276225"/>
                  <a:gd name="connsiteX5" fmla="*/ 380047 w 381000"/>
                  <a:gd name="connsiteY5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380047" y="268605"/>
                    </a:moveTo>
                    <a:lnTo>
                      <a:pt x="195262" y="9525"/>
                    </a:lnTo>
                    <a:lnTo>
                      <a:pt x="195262" y="9525"/>
                    </a:lnTo>
                    <a:lnTo>
                      <a:pt x="9525" y="268605"/>
                    </a:lnTo>
                    <a:lnTo>
                      <a:pt x="9525" y="269557"/>
                    </a:lnTo>
                    <a:lnTo>
                      <a:pt x="380047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58" name="Полилиния: фигура 50">
                <a:extLst>
                  <a:ext uri="{FF2B5EF4-FFF2-40B4-BE49-F238E27FC236}">
                    <a16:creationId xmlns:a16="http://schemas.microsoft.com/office/drawing/2014/main" id="{353213C7-3EF4-46AE-95C1-57FF1B0C63E4}"/>
                  </a:ext>
                </a:extLst>
              </p:cNvPr>
              <p:cNvSpPr/>
              <p:nvPr/>
            </p:nvSpPr>
            <p:spPr>
              <a:xfrm>
                <a:off x="4664392" y="4962525"/>
                <a:ext cx="381000" cy="276225"/>
              </a:xfrm>
              <a:custGeom>
                <a:avLst/>
                <a:gdLst>
                  <a:gd name="connsiteX0" fmla="*/ 380048 w 381000"/>
                  <a:gd name="connsiteY0" fmla="*/ 269557 h 276225"/>
                  <a:gd name="connsiteX1" fmla="*/ 195262 w 381000"/>
                  <a:gd name="connsiteY1" fmla="*/ 9525 h 276225"/>
                  <a:gd name="connsiteX2" fmla="*/ 195262 w 381000"/>
                  <a:gd name="connsiteY2" fmla="*/ 9525 h 276225"/>
                  <a:gd name="connsiteX3" fmla="*/ 9525 w 381000"/>
                  <a:gd name="connsiteY3" fmla="*/ 269557 h 276225"/>
                  <a:gd name="connsiteX4" fmla="*/ 9525 w 381000"/>
                  <a:gd name="connsiteY4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8" y="269557"/>
                    </a:moveTo>
                    <a:lnTo>
                      <a:pt x="195262" y="9525"/>
                    </a:lnTo>
                    <a:lnTo>
                      <a:pt x="195262" y="9525"/>
                    </a:lnTo>
                    <a:lnTo>
                      <a:pt x="9525" y="269557"/>
                    </a:lnTo>
                    <a:lnTo>
                      <a:pt x="9525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59" name="Полилиния: фигура 51">
                <a:extLst>
                  <a:ext uri="{FF2B5EF4-FFF2-40B4-BE49-F238E27FC236}">
                    <a16:creationId xmlns:a16="http://schemas.microsoft.com/office/drawing/2014/main" id="{C9543019-B915-488D-8486-63AC42CC054C}"/>
                  </a:ext>
                </a:extLst>
              </p:cNvPr>
              <p:cNvSpPr/>
              <p:nvPr/>
            </p:nvSpPr>
            <p:spPr>
              <a:xfrm>
                <a:off x="4664392" y="5222557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195262 w 381000"/>
                  <a:gd name="connsiteY1" fmla="*/ 269558 h 276225"/>
                  <a:gd name="connsiteX2" fmla="*/ 380048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195262" y="269558"/>
                    </a:lnTo>
                    <a:lnTo>
                      <a:pt x="38004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2">
                <a:extLst>
                  <a:ext uri="{FF2B5EF4-FFF2-40B4-BE49-F238E27FC236}">
                    <a16:creationId xmlns:a16="http://schemas.microsoft.com/office/drawing/2014/main" id="{11DA4836-9C22-4C3D-BE25-CDC98B6E0359}"/>
                  </a:ext>
                </a:extLst>
              </p:cNvPr>
              <p:cNvSpPr/>
              <p:nvPr/>
            </p:nvSpPr>
            <p:spPr>
              <a:xfrm>
                <a:off x="3923348" y="6001702"/>
                <a:ext cx="381000" cy="276225"/>
              </a:xfrm>
              <a:custGeom>
                <a:avLst/>
                <a:gdLst>
                  <a:gd name="connsiteX0" fmla="*/ 380048 w 381000"/>
                  <a:gd name="connsiteY0" fmla="*/ 269557 h 276225"/>
                  <a:gd name="connsiteX1" fmla="*/ 195262 w 381000"/>
                  <a:gd name="connsiteY1" fmla="*/ 9525 h 276225"/>
                  <a:gd name="connsiteX2" fmla="*/ 195262 w 381000"/>
                  <a:gd name="connsiteY2" fmla="*/ 9525 h 276225"/>
                  <a:gd name="connsiteX3" fmla="*/ 9525 w 381000"/>
                  <a:gd name="connsiteY3" fmla="*/ 269557 h 276225"/>
                  <a:gd name="connsiteX4" fmla="*/ 9525 w 381000"/>
                  <a:gd name="connsiteY4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8" y="269557"/>
                    </a:moveTo>
                    <a:lnTo>
                      <a:pt x="195262" y="9525"/>
                    </a:lnTo>
                    <a:lnTo>
                      <a:pt x="195262" y="9525"/>
                    </a:lnTo>
                    <a:lnTo>
                      <a:pt x="9525" y="269557"/>
                    </a:lnTo>
                    <a:lnTo>
                      <a:pt x="9525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61" name="Полилиния: фигура 53">
                <a:extLst>
                  <a:ext uri="{FF2B5EF4-FFF2-40B4-BE49-F238E27FC236}">
                    <a16:creationId xmlns:a16="http://schemas.microsoft.com/office/drawing/2014/main" id="{06255442-B07A-451F-BFD4-83A5F8C9F5B4}"/>
                  </a:ext>
                </a:extLst>
              </p:cNvPr>
              <p:cNvSpPr/>
              <p:nvPr/>
            </p:nvSpPr>
            <p:spPr>
              <a:xfrm>
                <a:off x="3923348" y="6261734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195262 w 381000"/>
                  <a:gd name="connsiteY1" fmla="*/ 269558 h 276225"/>
                  <a:gd name="connsiteX2" fmla="*/ 380048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195262" y="269558"/>
                    </a:lnTo>
                    <a:lnTo>
                      <a:pt x="38004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54">
                <a:extLst>
                  <a:ext uri="{FF2B5EF4-FFF2-40B4-BE49-F238E27FC236}">
                    <a16:creationId xmlns:a16="http://schemas.microsoft.com/office/drawing/2014/main" id="{8C88A901-B6AD-4642-AFEC-2204DAF50D90}"/>
                  </a:ext>
                </a:extLst>
              </p:cNvPr>
              <p:cNvSpPr/>
              <p:nvPr/>
            </p:nvSpPr>
            <p:spPr>
              <a:xfrm>
                <a:off x="3738563" y="6261734"/>
                <a:ext cx="381000" cy="276225"/>
              </a:xfrm>
              <a:custGeom>
                <a:avLst/>
                <a:gdLst>
                  <a:gd name="connsiteX0" fmla="*/ 194310 w 381000"/>
                  <a:gd name="connsiteY0" fmla="*/ 9525 h 276225"/>
                  <a:gd name="connsiteX1" fmla="*/ 194310 w 381000"/>
                  <a:gd name="connsiteY1" fmla="*/ 9525 h 276225"/>
                  <a:gd name="connsiteX2" fmla="*/ 9525 w 381000"/>
                  <a:gd name="connsiteY2" fmla="*/ 269558 h 276225"/>
                  <a:gd name="connsiteX3" fmla="*/ 9525 w 381000"/>
                  <a:gd name="connsiteY3" fmla="*/ 269558 h 276225"/>
                  <a:gd name="connsiteX4" fmla="*/ 380048 w 381000"/>
                  <a:gd name="connsiteY4" fmla="*/ 269558 h 276225"/>
                  <a:gd name="connsiteX5" fmla="*/ 380048 w 381000"/>
                  <a:gd name="connsiteY5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194310" y="9525"/>
                    </a:moveTo>
                    <a:lnTo>
                      <a:pt x="194310" y="9525"/>
                    </a:lnTo>
                    <a:lnTo>
                      <a:pt x="9525" y="269558"/>
                    </a:lnTo>
                    <a:lnTo>
                      <a:pt x="9525" y="269558"/>
                    </a:lnTo>
                    <a:lnTo>
                      <a:pt x="380048" y="269558"/>
                    </a:lnTo>
                    <a:lnTo>
                      <a:pt x="380048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63" name="Полилиния: фигура 55">
                <a:extLst>
                  <a:ext uri="{FF2B5EF4-FFF2-40B4-BE49-F238E27FC236}">
                    <a16:creationId xmlns:a16="http://schemas.microsoft.com/office/drawing/2014/main" id="{8FF25597-39FA-4E61-B8D4-8C455546A9A1}"/>
                  </a:ext>
                </a:extLst>
              </p:cNvPr>
              <p:cNvSpPr/>
              <p:nvPr/>
            </p:nvSpPr>
            <p:spPr>
              <a:xfrm>
                <a:off x="4109085" y="6001702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194310 w 381000"/>
                  <a:gd name="connsiteY1" fmla="*/ 269557 h 276225"/>
                  <a:gd name="connsiteX2" fmla="*/ 380048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194310" y="269557"/>
                    </a:lnTo>
                    <a:lnTo>
                      <a:pt x="38004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56">
                <a:extLst>
                  <a:ext uri="{FF2B5EF4-FFF2-40B4-BE49-F238E27FC236}">
                    <a16:creationId xmlns:a16="http://schemas.microsoft.com/office/drawing/2014/main" id="{60C677CF-9CA5-49FA-A716-A28AA2FC692D}"/>
                  </a:ext>
                </a:extLst>
              </p:cNvPr>
              <p:cNvSpPr/>
              <p:nvPr/>
            </p:nvSpPr>
            <p:spPr>
              <a:xfrm>
                <a:off x="4109085" y="5742622"/>
                <a:ext cx="381000" cy="276225"/>
              </a:xfrm>
              <a:custGeom>
                <a:avLst/>
                <a:gdLst>
                  <a:gd name="connsiteX0" fmla="*/ 380048 w 381000"/>
                  <a:gd name="connsiteY0" fmla="*/ 268605 h 276225"/>
                  <a:gd name="connsiteX1" fmla="*/ 194310 w 381000"/>
                  <a:gd name="connsiteY1" fmla="*/ 9525 h 276225"/>
                  <a:gd name="connsiteX2" fmla="*/ 194310 w 381000"/>
                  <a:gd name="connsiteY2" fmla="*/ 9525 h 276225"/>
                  <a:gd name="connsiteX3" fmla="*/ 9525 w 381000"/>
                  <a:gd name="connsiteY3" fmla="*/ 268605 h 276225"/>
                  <a:gd name="connsiteX4" fmla="*/ 9525 w 381000"/>
                  <a:gd name="connsiteY4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8" y="268605"/>
                    </a:move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9525" y="268605"/>
                    </a:lnTo>
                    <a:lnTo>
                      <a:pt x="9525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57">
                <a:extLst>
                  <a:ext uri="{FF2B5EF4-FFF2-40B4-BE49-F238E27FC236}">
                    <a16:creationId xmlns:a16="http://schemas.microsoft.com/office/drawing/2014/main" id="{B793DBE3-BC47-439A-9C3C-B96A540B5FA1}"/>
                  </a:ext>
                </a:extLst>
              </p:cNvPr>
              <p:cNvSpPr/>
              <p:nvPr/>
            </p:nvSpPr>
            <p:spPr>
              <a:xfrm>
                <a:off x="5220653" y="4183379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9558 h 276225"/>
                  <a:gd name="connsiteX1" fmla="*/ 194310 w 381000"/>
                  <a:gd name="connsiteY1" fmla="*/ 9525 h 276225"/>
                  <a:gd name="connsiteX2" fmla="*/ 194310 w 381000"/>
                  <a:gd name="connsiteY2" fmla="*/ 9525 h 276225"/>
                  <a:gd name="connsiteX3" fmla="*/ 9525 w 381000"/>
                  <a:gd name="connsiteY3" fmla="*/ 269558 h 276225"/>
                  <a:gd name="connsiteX4" fmla="*/ 9525 w 381000"/>
                  <a:gd name="connsiteY4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7" y="269558"/>
                    </a:move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9525" y="269558"/>
                    </a:lnTo>
                    <a:lnTo>
                      <a:pt x="9525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58">
                <a:extLst>
                  <a:ext uri="{FF2B5EF4-FFF2-40B4-BE49-F238E27FC236}">
                    <a16:creationId xmlns:a16="http://schemas.microsoft.com/office/drawing/2014/main" id="{B81EC77F-B7C5-446E-BA0E-39664057481D}"/>
                  </a:ext>
                </a:extLst>
              </p:cNvPr>
              <p:cNvSpPr/>
              <p:nvPr/>
            </p:nvSpPr>
            <p:spPr>
              <a:xfrm>
                <a:off x="5220653" y="4443412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194310 w 381000"/>
                  <a:gd name="connsiteY1" fmla="*/ 268605 h 276225"/>
                  <a:gd name="connsiteX2" fmla="*/ 380047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194310" y="268605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67" name="Полилиния: фигура 59">
                <a:extLst>
                  <a:ext uri="{FF2B5EF4-FFF2-40B4-BE49-F238E27FC236}">
                    <a16:creationId xmlns:a16="http://schemas.microsoft.com/office/drawing/2014/main" id="{A008E1A4-C47D-4454-8478-D3E3803D52B8}"/>
                  </a:ext>
                </a:extLst>
              </p:cNvPr>
              <p:cNvSpPr/>
              <p:nvPr/>
            </p:nvSpPr>
            <p:spPr>
              <a:xfrm>
                <a:off x="5405438" y="4183379"/>
                <a:ext cx="381000" cy="276225"/>
              </a:xfrm>
              <a:custGeom>
                <a:avLst/>
                <a:gdLst>
                  <a:gd name="connsiteX0" fmla="*/ 380047 w 381000"/>
                  <a:gd name="connsiteY0" fmla="*/ 9525 h 276225"/>
                  <a:gd name="connsiteX1" fmla="*/ 9525 w 381000"/>
                  <a:gd name="connsiteY1" fmla="*/ 9525 h 276225"/>
                  <a:gd name="connsiteX2" fmla="*/ 195262 w 381000"/>
                  <a:gd name="connsiteY2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380047" y="9525"/>
                    </a:moveTo>
                    <a:lnTo>
                      <a:pt x="9525" y="9525"/>
                    </a:lnTo>
                    <a:lnTo>
                      <a:pt x="195262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68" name="Полилиния: фигура 60">
                <a:extLst>
                  <a:ext uri="{FF2B5EF4-FFF2-40B4-BE49-F238E27FC236}">
                    <a16:creationId xmlns:a16="http://schemas.microsoft.com/office/drawing/2014/main" id="{7CCC781B-6C45-427D-9A28-5A9C956310A4}"/>
                  </a:ext>
                </a:extLst>
              </p:cNvPr>
              <p:cNvSpPr/>
              <p:nvPr/>
            </p:nvSpPr>
            <p:spPr>
              <a:xfrm>
                <a:off x="4850130" y="4962525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194310 w 381000"/>
                  <a:gd name="connsiteY1" fmla="*/ 269557 h 276225"/>
                  <a:gd name="connsiteX2" fmla="*/ 380048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194310" y="269557"/>
                    </a:lnTo>
                    <a:lnTo>
                      <a:pt x="38004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69" name="Полилиния: фигура 61">
                <a:extLst>
                  <a:ext uri="{FF2B5EF4-FFF2-40B4-BE49-F238E27FC236}">
                    <a16:creationId xmlns:a16="http://schemas.microsoft.com/office/drawing/2014/main" id="{00D9AC1E-9FB4-4440-9AE0-2F0CB78A0494}"/>
                  </a:ext>
                </a:extLst>
              </p:cNvPr>
              <p:cNvSpPr/>
              <p:nvPr/>
            </p:nvSpPr>
            <p:spPr>
              <a:xfrm>
                <a:off x="4850130" y="4703444"/>
                <a:ext cx="381000" cy="276225"/>
              </a:xfrm>
              <a:custGeom>
                <a:avLst/>
                <a:gdLst>
                  <a:gd name="connsiteX0" fmla="*/ 380048 w 381000"/>
                  <a:gd name="connsiteY0" fmla="*/ 268605 h 276225"/>
                  <a:gd name="connsiteX1" fmla="*/ 194310 w 381000"/>
                  <a:gd name="connsiteY1" fmla="*/ 9525 h 276225"/>
                  <a:gd name="connsiteX2" fmla="*/ 194310 w 381000"/>
                  <a:gd name="connsiteY2" fmla="*/ 9525 h 276225"/>
                  <a:gd name="connsiteX3" fmla="*/ 9525 w 381000"/>
                  <a:gd name="connsiteY3" fmla="*/ 268605 h 276225"/>
                  <a:gd name="connsiteX4" fmla="*/ 9525 w 381000"/>
                  <a:gd name="connsiteY4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8" y="268605"/>
                    </a:move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9525" y="268605"/>
                    </a:lnTo>
                    <a:lnTo>
                      <a:pt x="9525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70" name="Полилиния: фигура 62">
                <a:extLst>
                  <a:ext uri="{FF2B5EF4-FFF2-40B4-BE49-F238E27FC236}">
                    <a16:creationId xmlns:a16="http://schemas.microsoft.com/office/drawing/2014/main" id="{E956668C-6857-4EE4-AD2F-ED75FD209D4B}"/>
                  </a:ext>
                </a:extLst>
              </p:cNvPr>
              <p:cNvSpPr/>
              <p:nvPr/>
            </p:nvSpPr>
            <p:spPr>
              <a:xfrm>
                <a:off x="5034915" y="4443412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8605 h 276225"/>
                  <a:gd name="connsiteX1" fmla="*/ 195262 w 381000"/>
                  <a:gd name="connsiteY1" fmla="*/ 9525 h 276225"/>
                  <a:gd name="connsiteX2" fmla="*/ 195262 w 381000"/>
                  <a:gd name="connsiteY2" fmla="*/ 9525 h 276225"/>
                  <a:gd name="connsiteX3" fmla="*/ 9525 w 381000"/>
                  <a:gd name="connsiteY3" fmla="*/ 268605 h 276225"/>
                  <a:gd name="connsiteX4" fmla="*/ 9525 w 381000"/>
                  <a:gd name="connsiteY4" fmla="*/ 269557 h 276225"/>
                  <a:gd name="connsiteX5" fmla="*/ 380047 w 381000"/>
                  <a:gd name="connsiteY5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380047" y="268605"/>
                    </a:moveTo>
                    <a:lnTo>
                      <a:pt x="195262" y="9525"/>
                    </a:lnTo>
                    <a:lnTo>
                      <a:pt x="195262" y="9525"/>
                    </a:lnTo>
                    <a:lnTo>
                      <a:pt x="9525" y="268605"/>
                    </a:lnTo>
                    <a:lnTo>
                      <a:pt x="9525" y="269557"/>
                    </a:lnTo>
                    <a:lnTo>
                      <a:pt x="380047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71" name="Полилиния: фигура 63">
                <a:extLst>
                  <a:ext uri="{FF2B5EF4-FFF2-40B4-BE49-F238E27FC236}">
                    <a16:creationId xmlns:a16="http://schemas.microsoft.com/office/drawing/2014/main" id="{FD93CF85-E902-421D-A8E4-04464485E698}"/>
                  </a:ext>
                </a:extLst>
              </p:cNvPr>
              <p:cNvSpPr/>
              <p:nvPr/>
            </p:nvSpPr>
            <p:spPr>
              <a:xfrm>
                <a:off x="5034915" y="4703444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195262 w 381000"/>
                  <a:gd name="connsiteY1" fmla="*/ 268605 h 276225"/>
                  <a:gd name="connsiteX2" fmla="*/ 380047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195262" y="268605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72" name="Полилиния: фигура 64">
                <a:extLst>
                  <a:ext uri="{FF2B5EF4-FFF2-40B4-BE49-F238E27FC236}">
                    <a16:creationId xmlns:a16="http://schemas.microsoft.com/office/drawing/2014/main" id="{62871F05-3AFF-435A-A195-A8D2FCF5D3F5}"/>
                  </a:ext>
                </a:extLst>
              </p:cNvPr>
              <p:cNvSpPr/>
              <p:nvPr/>
            </p:nvSpPr>
            <p:spPr>
              <a:xfrm>
                <a:off x="4479608" y="2624137"/>
                <a:ext cx="381000" cy="276225"/>
              </a:xfrm>
              <a:custGeom>
                <a:avLst/>
                <a:gdLst>
                  <a:gd name="connsiteX0" fmla="*/ 9525 w 381000"/>
                  <a:gd name="connsiteY0" fmla="*/ 269558 h 276225"/>
                  <a:gd name="connsiteX1" fmla="*/ 194310 w 381000"/>
                  <a:gd name="connsiteY1" fmla="*/ 9525 h 276225"/>
                  <a:gd name="connsiteX2" fmla="*/ 380047 w 381000"/>
                  <a:gd name="connsiteY2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269558"/>
                    </a:moveTo>
                    <a:lnTo>
                      <a:pt x="194310" y="9525"/>
                    </a:lnTo>
                    <a:lnTo>
                      <a:pt x="380047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73" name="Полилиния: фигура 65">
                <a:extLst>
                  <a:ext uri="{FF2B5EF4-FFF2-40B4-BE49-F238E27FC236}">
                    <a16:creationId xmlns:a16="http://schemas.microsoft.com/office/drawing/2014/main" id="{FDA02698-D82E-4D35-B80A-A84A50277A8B}"/>
                  </a:ext>
                </a:extLst>
              </p:cNvPr>
              <p:cNvSpPr/>
              <p:nvPr/>
            </p:nvSpPr>
            <p:spPr>
              <a:xfrm>
                <a:off x="4479608" y="2884170"/>
                <a:ext cx="381000" cy="276225"/>
              </a:xfrm>
              <a:custGeom>
                <a:avLst/>
                <a:gdLst>
                  <a:gd name="connsiteX0" fmla="*/ 380047 w 381000"/>
                  <a:gd name="connsiteY0" fmla="*/ 9525 h 276225"/>
                  <a:gd name="connsiteX1" fmla="*/ 194310 w 381000"/>
                  <a:gd name="connsiteY1" fmla="*/ 269558 h 276225"/>
                  <a:gd name="connsiteX2" fmla="*/ 194310 w 381000"/>
                  <a:gd name="connsiteY2" fmla="*/ 269558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7" y="9525"/>
                    </a:moveTo>
                    <a:lnTo>
                      <a:pt x="194310" y="269558"/>
                    </a:lnTo>
                    <a:lnTo>
                      <a:pt x="194310" y="269558"/>
                    </a:lnTo>
                    <a:lnTo>
                      <a:pt x="9525" y="9525"/>
                    </a:lnTo>
                    <a:lnTo>
                      <a:pt x="9525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74" name="Полилиния: фигура 66">
                <a:extLst>
                  <a:ext uri="{FF2B5EF4-FFF2-40B4-BE49-F238E27FC236}">
                    <a16:creationId xmlns:a16="http://schemas.microsoft.com/office/drawing/2014/main" id="{8ECC4BEA-042A-4755-807F-3278A208E4B1}"/>
                  </a:ext>
                </a:extLst>
              </p:cNvPr>
              <p:cNvSpPr/>
              <p:nvPr/>
            </p:nvSpPr>
            <p:spPr>
              <a:xfrm>
                <a:off x="4293870" y="2364105"/>
                <a:ext cx="381000" cy="276225"/>
              </a:xfrm>
              <a:custGeom>
                <a:avLst/>
                <a:gdLst>
                  <a:gd name="connsiteX0" fmla="*/ 9525 w 381000"/>
                  <a:gd name="connsiteY0" fmla="*/ 269557 h 276225"/>
                  <a:gd name="connsiteX1" fmla="*/ 195262 w 381000"/>
                  <a:gd name="connsiteY1" fmla="*/ 9525 h 276225"/>
                  <a:gd name="connsiteX2" fmla="*/ 380047 w 381000"/>
                  <a:gd name="connsiteY2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269557"/>
                    </a:moveTo>
                    <a:lnTo>
                      <a:pt x="195262" y="9525"/>
                    </a:lnTo>
                    <a:lnTo>
                      <a:pt x="380047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75" name="Полилиния: фигура 67">
                <a:extLst>
                  <a:ext uri="{FF2B5EF4-FFF2-40B4-BE49-F238E27FC236}">
                    <a16:creationId xmlns:a16="http://schemas.microsoft.com/office/drawing/2014/main" id="{F29BFB09-6893-40BF-A9C3-88FAA0BB0B34}"/>
                  </a:ext>
                </a:extLst>
              </p:cNvPr>
              <p:cNvSpPr/>
              <p:nvPr/>
            </p:nvSpPr>
            <p:spPr>
              <a:xfrm>
                <a:off x="4293870" y="2624137"/>
                <a:ext cx="381000" cy="276225"/>
              </a:xfrm>
              <a:custGeom>
                <a:avLst/>
                <a:gdLst>
                  <a:gd name="connsiteX0" fmla="*/ 380047 w 381000"/>
                  <a:gd name="connsiteY0" fmla="*/ 9525 h 276225"/>
                  <a:gd name="connsiteX1" fmla="*/ 195262 w 381000"/>
                  <a:gd name="connsiteY1" fmla="*/ 269558 h 276225"/>
                  <a:gd name="connsiteX2" fmla="*/ 195262 w 381000"/>
                  <a:gd name="connsiteY2" fmla="*/ 269558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7" y="9525"/>
                    </a:moveTo>
                    <a:lnTo>
                      <a:pt x="195262" y="269558"/>
                    </a:lnTo>
                    <a:lnTo>
                      <a:pt x="195262" y="269558"/>
                    </a:lnTo>
                    <a:lnTo>
                      <a:pt x="9525" y="9525"/>
                    </a:lnTo>
                    <a:lnTo>
                      <a:pt x="9525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76" name="Полилиния: фигура 68">
                <a:extLst>
                  <a:ext uri="{FF2B5EF4-FFF2-40B4-BE49-F238E27FC236}">
                    <a16:creationId xmlns:a16="http://schemas.microsoft.com/office/drawing/2014/main" id="{45B8DD18-741C-4F39-870B-61B90B68C57E}"/>
                  </a:ext>
                </a:extLst>
              </p:cNvPr>
              <p:cNvSpPr/>
              <p:nvPr/>
            </p:nvSpPr>
            <p:spPr>
              <a:xfrm>
                <a:off x="4664392" y="3144202"/>
                <a:ext cx="381000" cy="276225"/>
              </a:xfrm>
              <a:custGeom>
                <a:avLst/>
                <a:gdLst>
                  <a:gd name="connsiteX0" fmla="*/ 380048 w 381000"/>
                  <a:gd name="connsiteY0" fmla="*/ 9525 h 276225"/>
                  <a:gd name="connsiteX1" fmla="*/ 195262 w 381000"/>
                  <a:gd name="connsiteY1" fmla="*/ 268605 h 276225"/>
                  <a:gd name="connsiteX2" fmla="*/ 195262 w 381000"/>
                  <a:gd name="connsiteY2" fmla="*/ 268605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8" y="9525"/>
                    </a:moveTo>
                    <a:lnTo>
                      <a:pt x="195262" y="268605"/>
                    </a:lnTo>
                    <a:lnTo>
                      <a:pt x="195262" y="268605"/>
                    </a:lnTo>
                    <a:lnTo>
                      <a:pt x="9525" y="9525"/>
                    </a:lnTo>
                    <a:lnTo>
                      <a:pt x="9525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77" name="Полилиния: фигура 69">
                <a:extLst>
                  <a:ext uri="{FF2B5EF4-FFF2-40B4-BE49-F238E27FC236}">
                    <a16:creationId xmlns:a16="http://schemas.microsoft.com/office/drawing/2014/main" id="{428ACE74-80DE-4712-B2F1-EA8FA6E843B1}"/>
                  </a:ext>
                </a:extLst>
              </p:cNvPr>
              <p:cNvSpPr/>
              <p:nvPr/>
            </p:nvSpPr>
            <p:spPr>
              <a:xfrm>
                <a:off x="4664392" y="2884170"/>
                <a:ext cx="381000" cy="276225"/>
              </a:xfrm>
              <a:custGeom>
                <a:avLst/>
                <a:gdLst>
                  <a:gd name="connsiteX0" fmla="*/ 9525 w 381000"/>
                  <a:gd name="connsiteY0" fmla="*/ 269558 h 276225"/>
                  <a:gd name="connsiteX1" fmla="*/ 195262 w 381000"/>
                  <a:gd name="connsiteY1" fmla="*/ 9525 h 276225"/>
                  <a:gd name="connsiteX2" fmla="*/ 380048 w 381000"/>
                  <a:gd name="connsiteY2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269558"/>
                    </a:moveTo>
                    <a:lnTo>
                      <a:pt x="195262" y="9525"/>
                    </a:lnTo>
                    <a:lnTo>
                      <a:pt x="380048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78" name="Полилиния: фигура 70">
                <a:extLst>
                  <a:ext uri="{FF2B5EF4-FFF2-40B4-BE49-F238E27FC236}">
                    <a16:creationId xmlns:a16="http://schemas.microsoft.com/office/drawing/2014/main" id="{0596351E-7655-4379-848D-D8D830FD9ACC}"/>
                  </a:ext>
                </a:extLst>
              </p:cNvPr>
              <p:cNvSpPr/>
              <p:nvPr/>
            </p:nvSpPr>
            <p:spPr>
              <a:xfrm>
                <a:off x="3923348" y="2105025"/>
                <a:ext cx="381000" cy="276225"/>
              </a:xfrm>
              <a:custGeom>
                <a:avLst/>
                <a:gdLst>
                  <a:gd name="connsiteX0" fmla="*/ 380048 w 381000"/>
                  <a:gd name="connsiteY0" fmla="*/ 9525 h 276225"/>
                  <a:gd name="connsiteX1" fmla="*/ 195262 w 381000"/>
                  <a:gd name="connsiteY1" fmla="*/ 268605 h 276225"/>
                  <a:gd name="connsiteX2" fmla="*/ 195262 w 381000"/>
                  <a:gd name="connsiteY2" fmla="*/ 268605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8" y="9525"/>
                    </a:moveTo>
                    <a:lnTo>
                      <a:pt x="195262" y="268605"/>
                    </a:lnTo>
                    <a:lnTo>
                      <a:pt x="195262" y="268605"/>
                    </a:lnTo>
                    <a:lnTo>
                      <a:pt x="9525" y="9525"/>
                    </a:lnTo>
                    <a:lnTo>
                      <a:pt x="9525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79" name="Полилиния: фигура 71">
                <a:extLst>
                  <a:ext uri="{FF2B5EF4-FFF2-40B4-BE49-F238E27FC236}">
                    <a16:creationId xmlns:a16="http://schemas.microsoft.com/office/drawing/2014/main" id="{2A3CBAB9-88C3-44E1-8857-8548617E0E9D}"/>
                  </a:ext>
                </a:extLst>
              </p:cNvPr>
              <p:cNvSpPr/>
              <p:nvPr/>
            </p:nvSpPr>
            <p:spPr>
              <a:xfrm>
                <a:off x="3923348" y="1844992"/>
                <a:ext cx="381000" cy="276225"/>
              </a:xfrm>
              <a:custGeom>
                <a:avLst/>
                <a:gdLst>
                  <a:gd name="connsiteX0" fmla="*/ 9525 w 381000"/>
                  <a:gd name="connsiteY0" fmla="*/ 269557 h 276225"/>
                  <a:gd name="connsiteX1" fmla="*/ 195262 w 381000"/>
                  <a:gd name="connsiteY1" fmla="*/ 9525 h 276225"/>
                  <a:gd name="connsiteX2" fmla="*/ 380048 w 381000"/>
                  <a:gd name="connsiteY2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269557"/>
                    </a:moveTo>
                    <a:lnTo>
                      <a:pt x="195262" y="9525"/>
                    </a:lnTo>
                    <a:lnTo>
                      <a:pt x="380048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72">
                <a:extLst>
                  <a:ext uri="{FF2B5EF4-FFF2-40B4-BE49-F238E27FC236}">
                    <a16:creationId xmlns:a16="http://schemas.microsoft.com/office/drawing/2014/main" id="{8063B849-91E5-4094-AB23-626DCEB262FA}"/>
                  </a:ext>
                </a:extLst>
              </p:cNvPr>
              <p:cNvSpPr/>
              <p:nvPr/>
            </p:nvSpPr>
            <p:spPr>
              <a:xfrm>
                <a:off x="3738563" y="1844992"/>
                <a:ext cx="381000" cy="276225"/>
              </a:xfrm>
              <a:custGeom>
                <a:avLst/>
                <a:gdLst>
                  <a:gd name="connsiteX0" fmla="*/ 194310 w 381000"/>
                  <a:gd name="connsiteY0" fmla="*/ 269557 h 276225"/>
                  <a:gd name="connsiteX1" fmla="*/ 194310 w 381000"/>
                  <a:gd name="connsiteY1" fmla="*/ 269557 h 276225"/>
                  <a:gd name="connsiteX2" fmla="*/ 9525 w 381000"/>
                  <a:gd name="connsiteY2" fmla="*/ 9525 h 276225"/>
                  <a:gd name="connsiteX3" fmla="*/ 9525 w 381000"/>
                  <a:gd name="connsiteY3" fmla="*/ 9525 h 276225"/>
                  <a:gd name="connsiteX4" fmla="*/ 380048 w 381000"/>
                  <a:gd name="connsiteY4" fmla="*/ 9525 h 276225"/>
                  <a:gd name="connsiteX5" fmla="*/ 380048 w 381000"/>
                  <a:gd name="connsiteY5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194310" y="269557"/>
                    </a:moveTo>
                    <a:lnTo>
                      <a:pt x="194310" y="269557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380048" y="9525"/>
                    </a:lnTo>
                    <a:lnTo>
                      <a:pt x="38004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81" name="Полилиния: фигура 73">
                <a:extLst>
                  <a:ext uri="{FF2B5EF4-FFF2-40B4-BE49-F238E27FC236}">
                    <a16:creationId xmlns:a16="http://schemas.microsoft.com/office/drawing/2014/main" id="{0B757ABA-D4D3-4F09-B203-A13F8FA384C8}"/>
                  </a:ext>
                </a:extLst>
              </p:cNvPr>
              <p:cNvSpPr/>
              <p:nvPr/>
            </p:nvSpPr>
            <p:spPr>
              <a:xfrm>
                <a:off x="4109085" y="2105025"/>
                <a:ext cx="381000" cy="276225"/>
              </a:xfrm>
              <a:custGeom>
                <a:avLst/>
                <a:gdLst>
                  <a:gd name="connsiteX0" fmla="*/ 9525 w 381000"/>
                  <a:gd name="connsiteY0" fmla="*/ 268605 h 276225"/>
                  <a:gd name="connsiteX1" fmla="*/ 194310 w 381000"/>
                  <a:gd name="connsiteY1" fmla="*/ 9525 h 276225"/>
                  <a:gd name="connsiteX2" fmla="*/ 380048 w 381000"/>
                  <a:gd name="connsiteY2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268605"/>
                    </a:moveTo>
                    <a:lnTo>
                      <a:pt x="194310" y="9525"/>
                    </a:lnTo>
                    <a:lnTo>
                      <a:pt x="380048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82" name="Полилиния: фигура 74">
                <a:extLst>
                  <a:ext uri="{FF2B5EF4-FFF2-40B4-BE49-F238E27FC236}">
                    <a16:creationId xmlns:a16="http://schemas.microsoft.com/office/drawing/2014/main" id="{2365CB03-D244-4656-B3EC-0690ACF49FDC}"/>
                  </a:ext>
                </a:extLst>
              </p:cNvPr>
              <p:cNvSpPr/>
              <p:nvPr/>
            </p:nvSpPr>
            <p:spPr>
              <a:xfrm>
                <a:off x="4109085" y="2364105"/>
                <a:ext cx="381000" cy="276225"/>
              </a:xfrm>
              <a:custGeom>
                <a:avLst/>
                <a:gdLst>
                  <a:gd name="connsiteX0" fmla="*/ 380048 w 381000"/>
                  <a:gd name="connsiteY0" fmla="*/ 9525 h 276225"/>
                  <a:gd name="connsiteX1" fmla="*/ 194310 w 381000"/>
                  <a:gd name="connsiteY1" fmla="*/ 269557 h 276225"/>
                  <a:gd name="connsiteX2" fmla="*/ 194310 w 381000"/>
                  <a:gd name="connsiteY2" fmla="*/ 269557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8" y="9525"/>
                    </a:moveTo>
                    <a:lnTo>
                      <a:pt x="194310" y="269557"/>
                    </a:lnTo>
                    <a:lnTo>
                      <a:pt x="194310" y="269557"/>
                    </a:lnTo>
                    <a:lnTo>
                      <a:pt x="9525" y="9525"/>
                    </a:lnTo>
                    <a:lnTo>
                      <a:pt x="9525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83" name="Полилиния: фигура 75">
                <a:extLst>
                  <a:ext uri="{FF2B5EF4-FFF2-40B4-BE49-F238E27FC236}">
                    <a16:creationId xmlns:a16="http://schemas.microsoft.com/office/drawing/2014/main" id="{22F98AE6-E800-4FBF-A40B-255B2CFE8459}"/>
                  </a:ext>
                </a:extLst>
              </p:cNvPr>
              <p:cNvSpPr/>
              <p:nvPr/>
            </p:nvSpPr>
            <p:spPr>
              <a:xfrm>
                <a:off x="5220653" y="3923347"/>
                <a:ext cx="381000" cy="276225"/>
              </a:xfrm>
              <a:custGeom>
                <a:avLst/>
                <a:gdLst>
                  <a:gd name="connsiteX0" fmla="*/ 380047 w 381000"/>
                  <a:gd name="connsiteY0" fmla="*/ 9525 h 276225"/>
                  <a:gd name="connsiteX1" fmla="*/ 194310 w 381000"/>
                  <a:gd name="connsiteY1" fmla="*/ 269558 h 276225"/>
                  <a:gd name="connsiteX2" fmla="*/ 194310 w 381000"/>
                  <a:gd name="connsiteY2" fmla="*/ 269558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7" y="9525"/>
                    </a:moveTo>
                    <a:lnTo>
                      <a:pt x="194310" y="269558"/>
                    </a:lnTo>
                    <a:lnTo>
                      <a:pt x="194310" y="269558"/>
                    </a:lnTo>
                    <a:lnTo>
                      <a:pt x="9525" y="9525"/>
                    </a:lnTo>
                    <a:lnTo>
                      <a:pt x="9525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84" name="Полилиния: фигура 76">
                <a:extLst>
                  <a:ext uri="{FF2B5EF4-FFF2-40B4-BE49-F238E27FC236}">
                    <a16:creationId xmlns:a16="http://schemas.microsoft.com/office/drawing/2014/main" id="{50007DDB-9502-40EE-9035-0A147C85ECA4}"/>
                  </a:ext>
                </a:extLst>
              </p:cNvPr>
              <p:cNvSpPr/>
              <p:nvPr/>
            </p:nvSpPr>
            <p:spPr>
              <a:xfrm>
                <a:off x="5220653" y="3663315"/>
                <a:ext cx="381000" cy="276225"/>
              </a:xfrm>
              <a:custGeom>
                <a:avLst/>
                <a:gdLst>
                  <a:gd name="connsiteX0" fmla="*/ 9525 w 381000"/>
                  <a:gd name="connsiteY0" fmla="*/ 269557 h 276225"/>
                  <a:gd name="connsiteX1" fmla="*/ 194310 w 381000"/>
                  <a:gd name="connsiteY1" fmla="*/ 9525 h 276225"/>
                  <a:gd name="connsiteX2" fmla="*/ 380047 w 381000"/>
                  <a:gd name="connsiteY2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269557"/>
                    </a:moveTo>
                    <a:lnTo>
                      <a:pt x="194310" y="9525"/>
                    </a:lnTo>
                    <a:lnTo>
                      <a:pt x="380047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85" name="Полилиния: фигура 77">
                <a:extLst>
                  <a:ext uri="{FF2B5EF4-FFF2-40B4-BE49-F238E27FC236}">
                    <a16:creationId xmlns:a16="http://schemas.microsoft.com/office/drawing/2014/main" id="{735B0F80-2A24-49AB-9408-6D33631544D0}"/>
                  </a:ext>
                </a:extLst>
              </p:cNvPr>
              <p:cNvSpPr/>
              <p:nvPr/>
            </p:nvSpPr>
            <p:spPr>
              <a:xfrm>
                <a:off x="5405438" y="3923347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9558 h 276225"/>
                  <a:gd name="connsiteX1" fmla="*/ 9525 w 381000"/>
                  <a:gd name="connsiteY1" fmla="*/ 269558 h 276225"/>
                  <a:gd name="connsiteX2" fmla="*/ 195262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380047" y="269558"/>
                    </a:moveTo>
                    <a:lnTo>
                      <a:pt x="9525" y="269558"/>
                    </a:lnTo>
                    <a:lnTo>
                      <a:pt x="195262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86" name="Полилиния: фигура 78">
                <a:extLst>
                  <a:ext uri="{FF2B5EF4-FFF2-40B4-BE49-F238E27FC236}">
                    <a16:creationId xmlns:a16="http://schemas.microsoft.com/office/drawing/2014/main" id="{FAA1AF93-574B-4A4D-95FC-5C7A12EAD95D}"/>
                  </a:ext>
                </a:extLst>
              </p:cNvPr>
              <p:cNvSpPr/>
              <p:nvPr/>
            </p:nvSpPr>
            <p:spPr>
              <a:xfrm>
                <a:off x="4850130" y="3144202"/>
                <a:ext cx="381000" cy="276225"/>
              </a:xfrm>
              <a:custGeom>
                <a:avLst/>
                <a:gdLst>
                  <a:gd name="connsiteX0" fmla="*/ 9525 w 381000"/>
                  <a:gd name="connsiteY0" fmla="*/ 268605 h 276225"/>
                  <a:gd name="connsiteX1" fmla="*/ 194310 w 381000"/>
                  <a:gd name="connsiteY1" fmla="*/ 9525 h 276225"/>
                  <a:gd name="connsiteX2" fmla="*/ 380048 w 381000"/>
                  <a:gd name="connsiteY2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268605"/>
                    </a:moveTo>
                    <a:lnTo>
                      <a:pt x="194310" y="9525"/>
                    </a:lnTo>
                    <a:lnTo>
                      <a:pt x="380048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87" name="Полилиния: фигура 79">
                <a:extLst>
                  <a:ext uri="{FF2B5EF4-FFF2-40B4-BE49-F238E27FC236}">
                    <a16:creationId xmlns:a16="http://schemas.microsoft.com/office/drawing/2014/main" id="{43DD0EFC-E127-442C-92BA-3A78B0D7A9F3}"/>
                  </a:ext>
                </a:extLst>
              </p:cNvPr>
              <p:cNvSpPr/>
              <p:nvPr/>
            </p:nvSpPr>
            <p:spPr>
              <a:xfrm>
                <a:off x="4850130" y="3403282"/>
                <a:ext cx="381000" cy="276225"/>
              </a:xfrm>
              <a:custGeom>
                <a:avLst/>
                <a:gdLst>
                  <a:gd name="connsiteX0" fmla="*/ 380048 w 381000"/>
                  <a:gd name="connsiteY0" fmla="*/ 10477 h 276225"/>
                  <a:gd name="connsiteX1" fmla="*/ 194310 w 381000"/>
                  <a:gd name="connsiteY1" fmla="*/ 269558 h 276225"/>
                  <a:gd name="connsiteX2" fmla="*/ 194310 w 381000"/>
                  <a:gd name="connsiteY2" fmla="*/ 269558 h 276225"/>
                  <a:gd name="connsiteX3" fmla="*/ 9525 w 381000"/>
                  <a:gd name="connsiteY3" fmla="*/ 10477 h 276225"/>
                  <a:gd name="connsiteX4" fmla="*/ 9525 w 381000"/>
                  <a:gd name="connsiteY4" fmla="*/ 9525 h 276225"/>
                  <a:gd name="connsiteX5" fmla="*/ 380048 w 381000"/>
                  <a:gd name="connsiteY5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380048" y="10477"/>
                    </a:moveTo>
                    <a:lnTo>
                      <a:pt x="194310" y="269558"/>
                    </a:lnTo>
                    <a:lnTo>
                      <a:pt x="194310" y="269558"/>
                    </a:lnTo>
                    <a:lnTo>
                      <a:pt x="9525" y="10477"/>
                    </a:lnTo>
                    <a:lnTo>
                      <a:pt x="9525" y="9525"/>
                    </a:lnTo>
                    <a:lnTo>
                      <a:pt x="38004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88" name="Полилиния: фигура 80">
                <a:extLst>
                  <a:ext uri="{FF2B5EF4-FFF2-40B4-BE49-F238E27FC236}">
                    <a16:creationId xmlns:a16="http://schemas.microsoft.com/office/drawing/2014/main" id="{B7FF076E-D2CA-4F4A-9B4E-6EB60ACF027F}"/>
                  </a:ext>
                </a:extLst>
              </p:cNvPr>
              <p:cNvSpPr/>
              <p:nvPr/>
            </p:nvSpPr>
            <p:spPr>
              <a:xfrm>
                <a:off x="5034915" y="3663315"/>
                <a:ext cx="381000" cy="276225"/>
              </a:xfrm>
              <a:custGeom>
                <a:avLst/>
                <a:gdLst>
                  <a:gd name="connsiteX0" fmla="*/ 380047 w 381000"/>
                  <a:gd name="connsiteY0" fmla="*/ 9525 h 276225"/>
                  <a:gd name="connsiteX1" fmla="*/ 195262 w 381000"/>
                  <a:gd name="connsiteY1" fmla="*/ 269557 h 276225"/>
                  <a:gd name="connsiteX2" fmla="*/ 195262 w 381000"/>
                  <a:gd name="connsiteY2" fmla="*/ 269557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7" y="9525"/>
                    </a:moveTo>
                    <a:lnTo>
                      <a:pt x="195262" y="269557"/>
                    </a:lnTo>
                    <a:lnTo>
                      <a:pt x="195262" y="269557"/>
                    </a:lnTo>
                    <a:lnTo>
                      <a:pt x="9525" y="9525"/>
                    </a:lnTo>
                    <a:lnTo>
                      <a:pt x="9525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89" name="Полилиния: фигура 81">
                <a:extLst>
                  <a:ext uri="{FF2B5EF4-FFF2-40B4-BE49-F238E27FC236}">
                    <a16:creationId xmlns:a16="http://schemas.microsoft.com/office/drawing/2014/main" id="{6578E692-0B43-4E50-BC63-B9858119A7C3}"/>
                  </a:ext>
                </a:extLst>
              </p:cNvPr>
              <p:cNvSpPr/>
              <p:nvPr/>
            </p:nvSpPr>
            <p:spPr>
              <a:xfrm>
                <a:off x="5034915" y="3404234"/>
                <a:ext cx="381000" cy="276225"/>
              </a:xfrm>
              <a:custGeom>
                <a:avLst/>
                <a:gdLst>
                  <a:gd name="connsiteX0" fmla="*/ 9525 w 381000"/>
                  <a:gd name="connsiteY0" fmla="*/ 268605 h 276225"/>
                  <a:gd name="connsiteX1" fmla="*/ 195262 w 381000"/>
                  <a:gd name="connsiteY1" fmla="*/ 9525 h 276225"/>
                  <a:gd name="connsiteX2" fmla="*/ 380047 w 381000"/>
                  <a:gd name="connsiteY2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268605"/>
                    </a:moveTo>
                    <a:lnTo>
                      <a:pt x="195262" y="9525"/>
                    </a:lnTo>
                    <a:lnTo>
                      <a:pt x="380047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90" name="Полилиния: фигура 82">
                <a:extLst>
                  <a:ext uri="{FF2B5EF4-FFF2-40B4-BE49-F238E27FC236}">
                    <a16:creationId xmlns:a16="http://schemas.microsoft.com/office/drawing/2014/main" id="{2BBCA50B-39E2-4FDA-B020-594CF36BF234}"/>
                  </a:ext>
                </a:extLst>
              </p:cNvPr>
              <p:cNvSpPr/>
              <p:nvPr/>
            </p:nvSpPr>
            <p:spPr>
              <a:xfrm>
                <a:off x="5775960" y="4183379"/>
                <a:ext cx="381000" cy="276225"/>
              </a:xfrm>
              <a:custGeom>
                <a:avLst/>
                <a:gdLst>
                  <a:gd name="connsiteX0" fmla="*/ 380047 w 381000"/>
                  <a:gd name="connsiteY0" fmla="*/ 9525 h 276225"/>
                  <a:gd name="connsiteX1" fmla="*/ 9525 w 381000"/>
                  <a:gd name="connsiteY1" fmla="*/ 9525 h 276225"/>
                  <a:gd name="connsiteX2" fmla="*/ 195262 w 381000"/>
                  <a:gd name="connsiteY2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380047" y="9525"/>
                    </a:moveTo>
                    <a:lnTo>
                      <a:pt x="9525" y="9525"/>
                    </a:lnTo>
                    <a:lnTo>
                      <a:pt x="195262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91" name="Полилиния: фигура 83">
                <a:extLst>
                  <a:ext uri="{FF2B5EF4-FFF2-40B4-BE49-F238E27FC236}">
                    <a16:creationId xmlns:a16="http://schemas.microsoft.com/office/drawing/2014/main" id="{F8701B00-05D1-43BD-8A28-FAF20E23E6D2}"/>
                  </a:ext>
                </a:extLst>
              </p:cNvPr>
              <p:cNvSpPr/>
              <p:nvPr/>
            </p:nvSpPr>
            <p:spPr>
              <a:xfrm>
                <a:off x="4664392" y="5742622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195262 w 381000"/>
                  <a:gd name="connsiteY1" fmla="*/ 268605 h 276225"/>
                  <a:gd name="connsiteX2" fmla="*/ 380048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195262" y="268605"/>
                    </a:lnTo>
                    <a:lnTo>
                      <a:pt x="38004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92" name="Полилиния: фигура 84">
                <a:extLst>
                  <a:ext uri="{FF2B5EF4-FFF2-40B4-BE49-F238E27FC236}">
                    <a16:creationId xmlns:a16="http://schemas.microsoft.com/office/drawing/2014/main" id="{72D4640C-16D4-41D2-8BFE-A3D62A0929B7}"/>
                  </a:ext>
                </a:extLst>
              </p:cNvPr>
              <p:cNvSpPr/>
              <p:nvPr/>
            </p:nvSpPr>
            <p:spPr>
              <a:xfrm>
                <a:off x="4664392" y="5482590"/>
                <a:ext cx="381000" cy="276225"/>
              </a:xfrm>
              <a:custGeom>
                <a:avLst/>
                <a:gdLst>
                  <a:gd name="connsiteX0" fmla="*/ 380048 w 381000"/>
                  <a:gd name="connsiteY0" fmla="*/ 268605 h 276225"/>
                  <a:gd name="connsiteX1" fmla="*/ 195262 w 381000"/>
                  <a:gd name="connsiteY1" fmla="*/ 9525 h 276225"/>
                  <a:gd name="connsiteX2" fmla="*/ 195262 w 381000"/>
                  <a:gd name="connsiteY2" fmla="*/ 9525 h 276225"/>
                  <a:gd name="connsiteX3" fmla="*/ 9525 w 381000"/>
                  <a:gd name="connsiteY3" fmla="*/ 268605 h 276225"/>
                  <a:gd name="connsiteX4" fmla="*/ 9525 w 381000"/>
                  <a:gd name="connsiteY4" fmla="*/ 269557 h 276225"/>
                  <a:gd name="connsiteX5" fmla="*/ 380048 w 381000"/>
                  <a:gd name="connsiteY5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380048" y="268605"/>
                    </a:moveTo>
                    <a:lnTo>
                      <a:pt x="195262" y="9525"/>
                    </a:lnTo>
                    <a:lnTo>
                      <a:pt x="195262" y="9525"/>
                    </a:lnTo>
                    <a:lnTo>
                      <a:pt x="9525" y="268605"/>
                    </a:lnTo>
                    <a:lnTo>
                      <a:pt x="9525" y="269557"/>
                    </a:lnTo>
                    <a:lnTo>
                      <a:pt x="380048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93" name="Полилиния: фигура 85">
                <a:extLst>
                  <a:ext uri="{FF2B5EF4-FFF2-40B4-BE49-F238E27FC236}">
                    <a16:creationId xmlns:a16="http://schemas.microsoft.com/office/drawing/2014/main" id="{CBEDB961-739B-41EC-84FA-CD46FEE5BBFB}"/>
                  </a:ext>
                </a:extLst>
              </p:cNvPr>
              <p:cNvSpPr/>
              <p:nvPr/>
            </p:nvSpPr>
            <p:spPr>
              <a:xfrm>
                <a:off x="4479608" y="6001702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194310 w 381000"/>
                  <a:gd name="connsiteY1" fmla="*/ 269557 h 276225"/>
                  <a:gd name="connsiteX2" fmla="*/ 380047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194310" y="269557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94" name="Полилиния: фигура 86">
                <a:extLst>
                  <a:ext uri="{FF2B5EF4-FFF2-40B4-BE49-F238E27FC236}">
                    <a16:creationId xmlns:a16="http://schemas.microsoft.com/office/drawing/2014/main" id="{18522623-C7E9-4F70-84DB-FE13D1BAF058}"/>
                  </a:ext>
                </a:extLst>
              </p:cNvPr>
              <p:cNvSpPr/>
              <p:nvPr/>
            </p:nvSpPr>
            <p:spPr>
              <a:xfrm>
                <a:off x="4479608" y="5742622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8605 h 276225"/>
                  <a:gd name="connsiteX1" fmla="*/ 194310 w 381000"/>
                  <a:gd name="connsiteY1" fmla="*/ 9525 h 276225"/>
                  <a:gd name="connsiteX2" fmla="*/ 194310 w 381000"/>
                  <a:gd name="connsiteY2" fmla="*/ 9525 h 276225"/>
                  <a:gd name="connsiteX3" fmla="*/ 9525 w 381000"/>
                  <a:gd name="connsiteY3" fmla="*/ 268605 h 276225"/>
                  <a:gd name="connsiteX4" fmla="*/ 9525 w 381000"/>
                  <a:gd name="connsiteY4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7" y="268605"/>
                    </a:move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9525" y="268605"/>
                    </a:lnTo>
                    <a:lnTo>
                      <a:pt x="9525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95" name="Полилиния: фигура 87">
                <a:extLst>
                  <a:ext uri="{FF2B5EF4-FFF2-40B4-BE49-F238E27FC236}">
                    <a16:creationId xmlns:a16="http://schemas.microsoft.com/office/drawing/2014/main" id="{EB0F8FD3-369F-47C6-9CE1-956E4BC3FCA9}"/>
                  </a:ext>
                </a:extLst>
              </p:cNvPr>
              <p:cNvSpPr/>
              <p:nvPr/>
            </p:nvSpPr>
            <p:spPr>
              <a:xfrm>
                <a:off x="4850130" y="5222557"/>
                <a:ext cx="381000" cy="276225"/>
              </a:xfrm>
              <a:custGeom>
                <a:avLst/>
                <a:gdLst>
                  <a:gd name="connsiteX0" fmla="*/ 380048 w 381000"/>
                  <a:gd name="connsiteY0" fmla="*/ 269558 h 276225"/>
                  <a:gd name="connsiteX1" fmla="*/ 194310 w 381000"/>
                  <a:gd name="connsiteY1" fmla="*/ 9525 h 276225"/>
                  <a:gd name="connsiteX2" fmla="*/ 194310 w 381000"/>
                  <a:gd name="connsiteY2" fmla="*/ 9525 h 276225"/>
                  <a:gd name="connsiteX3" fmla="*/ 9525 w 381000"/>
                  <a:gd name="connsiteY3" fmla="*/ 269558 h 276225"/>
                  <a:gd name="connsiteX4" fmla="*/ 9525 w 381000"/>
                  <a:gd name="connsiteY4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8" y="269558"/>
                    </a:move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9525" y="269558"/>
                    </a:lnTo>
                    <a:lnTo>
                      <a:pt x="9525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96" name="Полилиния: фигура 88">
                <a:extLst>
                  <a:ext uri="{FF2B5EF4-FFF2-40B4-BE49-F238E27FC236}">
                    <a16:creationId xmlns:a16="http://schemas.microsoft.com/office/drawing/2014/main" id="{A34C8509-9012-4F7F-91D8-85ED60EA2945}"/>
                  </a:ext>
                </a:extLst>
              </p:cNvPr>
              <p:cNvSpPr/>
              <p:nvPr/>
            </p:nvSpPr>
            <p:spPr>
              <a:xfrm>
                <a:off x="4850130" y="5482590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194310 w 381000"/>
                  <a:gd name="connsiteY1" fmla="*/ 268605 h 276225"/>
                  <a:gd name="connsiteX2" fmla="*/ 380048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194310" y="268605"/>
                    </a:lnTo>
                    <a:lnTo>
                      <a:pt x="38004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97" name="Полилиния: фигура 89">
                <a:extLst>
                  <a:ext uri="{FF2B5EF4-FFF2-40B4-BE49-F238E27FC236}">
                    <a16:creationId xmlns:a16="http://schemas.microsoft.com/office/drawing/2014/main" id="{F0950415-9F59-4E18-BAA4-9353B50ACB76}"/>
                  </a:ext>
                </a:extLst>
              </p:cNvPr>
              <p:cNvSpPr/>
              <p:nvPr/>
            </p:nvSpPr>
            <p:spPr>
              <a:xfrm>
                <a:off x="4109085" y="6261734"/>
                <a:ext cx="381000" cy="276225"/>
              </a:xfrm>
              <a:custGeom>
                <a:avLst/>
                <a:gdLst>
                  <a:gd name="connsiteX0" fmla="*/ 194310 w 381000"/>
                  <a:gd name="connsiteY0" fmla="*/ 9525 h 276225"/>
                  <a:gd name="connsiteX1" fmla="*/ 194310 w 381000"/>
                  <a:gd name="connsiteY1" fmla="*/ 9525 h 276225"/>
                  <a:gd name="connsiteX2" fmla="*/ 9525 w 381000"/>
                  <a:gd name="connsiteY2" fmla="*/ 269558 h 276225"/>
                  <a:gd name="connsiteX3" fmla="*/ 9525 w 381000"/>
                  <a:gd name="connsiteY3" fmla="*/ 269558 h 276225"/>
                  <a:gd name="connsiteX4" fmla="*/ 380048 w 381000"/>
                  <a:gd name="connsiteY4" fmla="*/ 269558 h 276225"/>
                  <a:gd name="connsiteX5" fmla="*/ 380048 w 381000"/>
                  <a:gd name="connsiteY5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194310" y="9525"/>
                    </a:moveTo>
                    <a:lnTo>
                      <a:pt x="194310" y="9525"/>
                    </a:lnTo>
                    <a:lnTo>
                      <a:pt x="9525" y="269558"/>
                    </a:lnTo>
                    <a:lnTo>
                      <a:pt x="9525" y="269558"/>
                    </a:lnTo>
                    <a:lnTo>
                      <a:pt x="380048" y="269558"/>
                    </a:lnTo>
                    <a:lnTo>
                      <a:pt x="380048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98" name="Полилиния: фигура 90">
                <a:extLst>
                  <a:ext uri="{FF2B5EF4-FFF2-40B4-BE49-F238E27FC236}">
                    <a16:creationId xmlns:a16="http://schemas.microsoft.com/office/drawing/2014/main" id="{83D3BA35-EE8E-483C-B7DF-FA10EAE4A0FF}"/>
                  </a:ext>
                </a:extLst>
              </p:cNvPr>
              <p:cNvSpPr/>
              <p:nvPr/>
            </p:nvSpPr>
            <p:spPr>
              <a:xfrm>
                <a:off x="4293870" y="6001702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9557 h 276225"/>
                  <a:gd name="connsiteX1" fmla="*/ 195262 w 381000"/>
                  <a:gd name="connsiteY1" fmla="*/ 9525 h 276225"/>
                  <a:gd name="connsiteX2" fmla="*/ 195262 w 381000"/>
                  <a:gd name="connsiteY2" fmla="*/ 9525 h 276225"/>
                  <a:gd name="connsiteX3" fmla="*/ 9525 w 381000"/>
                  <a:gd name="connsiteY3" fmla="*/ 269557 h 276225"/>
                  <a:gd name="connsiteX4" fmla="*/ 9525 w 381000"/>
                  <a:gd name="connsiteY4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7" y="269557"/>
                    </a:moveTo>
                    <a:lnTo>
                      <a:pt x="195262" y="9525"/>
                    </a:lnTo>
                    <a:lnTo>
                      <a:pt x="195262" y="9525"/>
                    </a:lnTo>
                    <a:lnTo>
                      <a:pt x="9525" y="269557"/>
                    </a:lnTo>
                    <a:lnTo>
                      <a:pt x="9525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99" name="Полилиния: фигура 91">
                <a:extLst>
                  <a:ext uri="{FF2B5EF4-FFF2-40B4-BE49-F238E27FC236}">
                    <a16:creationId xmlns:a16="http://schemas.microsoft.com/office/drawing/2014/main" id="{113B4142-E431-4C90-98FE-46D82E5E2849}"/>
                  </a:ext>
                </a:extLst>
              </p:cNvPr>
              <p:cNvSpPr/>
              <p:nvPr/>
            </p:nvSpPr>
            <p:spPr>
              <a:xfrm>
                <a:off x="4293870" y="6261734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195262 w 381000"/>
                  <a:gd name="connsiteY1" fmla="*/ 269558 h 276225"/>
                  <a:gd name="connsiteX2" fmla="*/ 380047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195262" y="269558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00" name="Полилиния: фигура 92">
                <a:extLst>
                  <a:ext uri="{FF2B5EF4-FFF2-40B4-BE49-F238E27FC236}">
                    <a16:creationId xmlns:a16="http://schemas.microsoft.com/office/drawing/2014/main" id="{75C90F96-87E6-4009-8F21-550F27236610}"/>
                  </a:ext>
                </a:extLst>
              </p:cNvPr>
              <p:cNvSpPr/>
              <p:nvPr/>
            </p:nvSpPr>
            <p:spPr>
              <a:xfrm>
                <a:off x="5591175" y="4443412"/>
                <a:ext cx="381000" cy="276225"/>
              </a:xfrm>
              <a:custGeom>
                <a:avLst/>
                <a:gdLst>
                  <a:gd name="connsiteX0" fmla="*/ 194310 w 381000"/>
                  <a:gd name="connsiteY0" fmla="*/ 268605 h 276225"/>
                  <a:gd name="connsiteX1" fmla="*/ 380047 w 381000"/>
                  <a:gd name="connsiteY1" fmla="*/ 9525 h 276225"/>
                  <a:gd name="connsiteX2" fmla="*/ 9525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194310" y="268605"/>
                    </a:moveTo>
                    <a:lnTo>
                      <a:pt x="380047" y="9525"/>
                    </a:lnTo>
                    <a:lnTo>
                      <a:pt x="9525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01" name="Полилиния: фигура 93">
                <a:extLst>
                  <a:ext uri="{FF2B5EF4-FFF2-40B4-BE49-F238E27FC236}">
                    <a16:creationId xmlns:a16="http://schemas.microsoft.com/office/drawing/2014/main" id="{673FF965-3404-4C62-8940-F00CF9347DBC}"/>
                  </a:ext>
                </a:extLst>
              </p:cNvPr>
              <p:cNvSpPr/>
              <p:nvPr/>
            </p:nvSpPr>
            <p:spPr>
              <a:xfrm>
                <a:off x="5405438" y="4703444"/>
                <a:ext cx="381000" cy="276225"/>
              </a:xfrm>
              <a:custGeom>
                <a:avLst/>
                <a:gdLst>
                  <a:gd name="connsiteX0" fmla="*/ 195262 w 381000"/>
                  <a:gd name="connsiteY0" fmla="*/ 268605 h 276225"/>
                  <a:gd name="connsiteX1" fmla="*/ 380047 w 381000"/>
                  <a:gd name="connsiteY1" fmla="*/ 9525 h 276225"/>
                  <a:gd name="connsiteX2" fmla="*/ 9525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195262" y="268605"/>
                    </a:moveTo>
                    <a:lnTo>
                      <a:pt x="380047" y="9525"/>
                    </a:lnTo>
                    <a:lnTo>
                      <a:pt x="9525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02" name="Полилиния: фигура 94">
                <a:extLst>
                  <a:ext uri="{FF2B5EF4-FFF2-40B4-BE49-F238E27FC236}">
                    <a16:creationId xmlns:a16="http://schemas.microsoft.com/office/drawing/2014/main" id="{2A98030A-932A-42D0-9919-7921CA2F7DA2}"/>
                  </a:ext>
                </a:extLst>
              </p:cNvPr>
              <p:cNvSpPr/>
              <p:nvPr/>
            </p:nvSpPr>
            <p:spPr>
              <a:xfrm>
                <a:off x="5591175" y="4183379"/>
                <a:ext cx="381000" cy="276225"/>
              </a:xfrm>
              <a:custGeom>
                <a:avLst/>
                <a:gdLst>
                  <a:gd name="connsiteX0" fmla="*/ 9525 w 381000"/>
                  <a:gd name="connsiteY0" fmla="*/ 269558 h 276225"/>
                  <a:gd name="connsiteX1" fmla="*/ 9525 w 381000"/>
                  <a:gd name="connsiteY1" fmla="*/ 269558 h 276225"/>
                  <a:gd name="connsiteX2" fmla="*/ 380047 w 381000"/>
                  <a:gd name="connsiteY2" fmla="*/ 269558 h 276225"/>
                  <a:gd name="connsiteX3" fmla="*/ 380047 w 381000"/>
                  <a:gd name="connsiteY3" fmla="*/ 269558 h 276225"/>
                  <a:gd name="connsiteX4" fmla="*/ 194310 w 381000"/>
                  <a:gd name="connsiteY4" fmla="*/ 9525 h 276225"/>
                  <a:gd name="connsiteX5" fmla="*/ 194310 w 381000"/>
                  <a:gd name="connsiteY5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9525" y="269558"/>
                    </a:moveTo>
                    <a:lnTo>
                      <a:pt x="9525" y="269558"/>
                    </a:lnTo>
                    <a:lnTo>
                      <a:pt x="380047" y="269558"/>
                    </a:lnTo>
                    <a:lnTo>
                      <a:pt x="380047" y="269558"/>
                    </a:lnTo>
                    <a:lnTo>
                      <a:pt x="194310" y="9525"/>
                    </a:lnTo>
                    <a:lnTo>
                      <a:pt x="194310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03" name="Полилиния: фигура 95">
                <a:extLst>
                  <a:ext uri="{FF2B5EF4-FFF2-40B4-BE49-F238E27FC236}">
                    <a16:creationId xmlns:a16="http://schemas.microsoft.com/office/drawing/2014/main" id="{0DDC9CF9-AC89-4778-B35B-8C2F66B023FB}"/>
                  </a:ext>
                </a:extLst>
              </p:cNvPr>
              <p:cNvSpPr/>
              <p:nvPr/>
            </p:nvSpPr>
            <p:spPr>
              <a:xfrm>
                <a:off x="5405438" y="4443412"/>
                <a:ext cx="381000" cy="276225"/>
              </a:xfrm>
              <a:custGeom>
                <a:avLst/>
                <a:gdLst>
                  <a:gd name="connsiteX0" fmla="*/ 195262 w 381000"/>
                  <a:gd name="connsiteY0" fmla="*/ 9525 h 276225"/>
                  <a:gd name="connsiteX1" fmla="*/ 9525 w 381000"/>
                  <a:gd name="connsiteY1" fmla="*/ 268605 h 276225"/>
                  <a:gd name="connsiteX2" fmla="*/ 9525 w 381000"/>
                  <a:gd name="connsiteY2" fmla="*/ 269557 h 276225"/>
                  <a:gd name="connsiteX3" fmla="*/ 380047 w 381000"/>
                  <a:gd name="connsiteY3" fmla="*/ 269557 h 276225"/>
                  <a:gd name="connsiteX4" fmla="*/ 380047 w 381000"/>
                  <a:gd name="connsiteY4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195262" y="9525"/>
                    </a:moveTo>
                    <a:lnTo>
                      <a:pt x="9525" y="268605"/>
                    </a:lnTo>
                    <a:lnTo>
                      <a:pt x="9525" y="269557"/>
                    </a:lnTo>
                    <a:lnTo>
                      <a:pt x="380047" y="269557"/>
                    </a:lnTo>
                    <a:lnTo>
                      <a:pt x="380047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04" name="Полилиния: фигура 96">
                <a:extLst>
                  <a:ext uri="{FF2B5EF4-FFF2-40B4-BE49-F238E27FC236}">
                    <a16:creationId xmlns:a16="http://schemas.microsoft.com/office/drawing/2014/main" id="{ABAE9B64-7160-4257-A7E3-AD73D2EA0CB3}"/>
                  </a:ext>
                </a:extLst>
              </p:cNvPr>
              <p:cNvSpPr/>
              <p:nvPr/>
            </p:nvSpPr>
            <p:spPr>
              <a:xfrm>
                <a:off x="5034915" y="5222557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195262 w 381000"/>
                  <a:gd name="connsiteY1" fmla="*/ 269558 h 276225"/>
                  <a:gd name="connsiteX2" fmla="*/ 380047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195262" y="269558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05" name="Полилиния: фигура 97">
                <a:extLst>
                  <a:ext uri="{FF2B5EF4-FFF2-40B4-BE49-F238E27FC236}">
                    <a16:creationId xmlns:a16="http://schemas.microsoft.com/office/drawing/2014/main" id="{C4E3A2D8-E6C6-407B-95B1-981A474DB5B7}"/>
                  </a:ext>
                </a:extLst>
              </p:cNvPr>
              <p:cNvSpPr/>
              <p:nvPr/>
            </p:nvSpPr>
            <p:spPr>
              <a:xfrm>
                <a:off x="5034915" y="4962525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9557 h 276225"/>
                  <a:gd name="connsiteX1" fmla="*/ 195262 w 381000"/>
                  <a:gd name="connsiteY1" fmla="*/ 9525 h 276225"/>
                  <a:gd name="connsiteX2" fmla="*/ 195262 w 381000"/>
                  <a:gd name="connsiteY2" fmla="*/ 9525 h 276225"/>
                  <a:gd name="connsiteX3" fmla="*/ 9525 w 381000"/>
                  <a:gd name="connsiteY3" fmla="*/ 269557 h 276225"/>
                  <a:gd name="connsiteX4" fmla="*/ 9525 w 381000"/>
                  <a:gd name="connsiteY4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7" y="269557"/>
                    </a:moveTo>
                    <a:lnTo>
                      <a:pt x="195262" y="9525"/>
                    </a:lnTo>
                    <a:lnTo>
                      <a:pt x="195262" y="9525"/>
                    </a:lnTo>
                    <a:lnTo>
                      <a:pt x="9525" y="269557"/>
                    </a:lnTo>
                    <a:lnTo>
                      <a:pt x="9525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06" name="Полилиния: фигура 98">
                <a:extLst>
                  <a:ext uri="{FF2B5EF4-FFF2-40B4-BE49-F238E27FC236}">
                    <a16:creationId xmlns:a16="http://schemas.microsoft.com/office/drawing/2014/main" id="{2BC667BF-9E08-4167-8111-C2AD83141B8D}"/>
                  </a:ext>
                </a:extLst>
              </p:cNvPr>
              <p:cNvSpPr/>
              <p:nvPr/>
            </p:nvSpPr>
            <p:spPr>
              <a:xfrm>
                <a:off x="5220653" y="4703444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8605 h 276225"/>
                  <a:gd name="connsiteX1" fmla="*/ 194310 w 381000"/>
                  <a:gd name="connsiteY1" fmla="*/ 9525 h 276225"/>
                  <a:gd name="connsiteX2" fmla="*/ 194310 w 381000"/>
                  <a:gd name="connsiteY2" fmla="*/ 9525 h 276225"/>
                  <a:gd name="connsiteX3" fmla="*/ 9525 w 381000"/>
                  <a:gd name="connsiteY3" fmla="*/ 268605 h 276225"/>
                  <a:gd name="connsiteX4" fmla="*/ 9525 w 381000"/>
                  <a:gd name="connsiteY4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7" y="268605"/>
                    </a:move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9525" y="268605"/>
                    </a:lnTo>
                    <a:lnTo>
                      <a:pt x="9525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07" name="Полилиния: фигура 99">
                <a:extLst>
                  <a:ext uri="{FF2B5EF4-FFF2-40B4-BE49-F238E27FC236}">
                    <a16:creationId xmlns:a16="http://schemas.microsoft.com/office/drawing/2014/main" id="{76B375BF-F88B-46B1-B8FD-3C676E957B31}"/>
                  </a:ext>
                </a:extLst>
              </p:cNvPr>
              <p:cNvSpPr/>
              <p:nvPr/>
            </p:nvSpPr>
            <p:spPr>
              <a:xfrm>
                <a:off x="5220653" y="4962525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194310 w 381000"/>
                  <a:gd name="connsiteY1" fmla="*/ 269557 h 276225"/>
                  <a:gd name="connsiteX2" fmla="*/ 380047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194310" y="269557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08" name="Полилиния: фигура 100">
                <a:extLst>
                  <a:ext uri="{FF2B5EF4-FFF2-40B4-BE49-F238E27FC236}">
                    <a16:creationId xmlns:a16="http://schemas.microsoft.com/office/drawing/2014/main" id="{BD62851B-4AD9-4A5F-9252-ED47E3E2C781}"/>
                  </a:ext>
                </a:extLst>
              </p:cNvPr>
              <p:cNvSpPr/>
              <p:nvPr/>
            </p:nvSpPr>
            <p:spPr>
              <a:xfrm>
                <a:off x="5775960" y="3923347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9558 h 276225"/>
                  <a:gd name="connsiteX1" fmla="*/ 9525 w 381000"/>
                  <a:gd name="connsiteY1" fmla="*/ 269558 h 276225"/>
                  <a:gd name="connsiteX2" fmla="*/ 195262 w 381000"/>
                  <a:gd name="connsiteY2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380047" y="269558"/>
                    </a:moveTo>
                    <a:lnTo>
                      <a:pt x="9525" y="269558"/>
                    </a:lnTo>
                    <a:lnTo>
                      <a:pt x="195262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09" name="Полилиния: фигура 101">
                <a:extLst>
                  <a:ext uri="{FF2B5EF4-FFF2-40B4-BE49-F238E27FC236}">
                    <a16:creationId xmlns:a16="http://schemas.microsoft.com/office/drawing/2014/main" id="{BE335180-080B-42E6-BBC8-141EF3A92766}"/>
                  </a:ext>
                </a:extLst>
              </p:cNvPr>
              <p:cNvSpPr/>
              <p:nvPr/>
            </p:nvSpPr>
            <p:spPr>
              <a:xfrm>
                <a:off x="4664392" y="2364105"/>
                <a:ext cx="381000" cy="276225"/>
              </a:xfrm>
              <a:custGeom>
                <a:avLst/>
                <a:gdLst>
                  <a:gd name="connsiteX0" fmla="*/ 9525 w 381000"/>
                  <a:gd name="connsiteY0" fmla="*/ 269557 h 276225"/>
                  <a:gd name="connsiteX1" fmla="*/ 195262 w 381000"/>
                  <a:gd name="connsiteY1" fmla="*/ 9525 h 276225"/>
                  <a:gd name="connsiteX2" fmla="*/ 380048 w 381000"/>
                  <a:gd name="connsiteY2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269557"/>
                    </a:moveTo>
                    <a:lnTo>
                      <a:pt x="195262" y="9525"/>
                    </a:lnTo>
                    <a:lnTo>
                      <a:pt x="380048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10" name="Полилиния: фигура 102">
                <a:extLst>
                  <a:ext uri="{FF2B5EF4-FFF2-40B4-BE49-F238E27FC236}">
                    <a16:creationId xmlns:a16="http://schemas.microsoft.com/office/drawing/2014/main" id="{DF0A4C98-8374-4151-A160-965146443661}"/>
                  </a:ext>
                </a:extLst>
              </p:cNvPr>
              <p:cNvSpPr/>
              <p:nvPr/>
            </p:nvSpPr>
            <p:spPr>
              <a:xfrm>
                <a:off x="4664392" y="2624137"/>
                <a:ext cx="381000" cy="276225"/>
              </a:xfrm>
              <a:custGeom>
                <a:avLst/>
                <a:gdLst>
                  <a:gd name="connsiteX0" fmla="*/ 380048 w 381000"/>
                  <a:gd name="connsiteY0" fmla="*/ 9525 h 276225"/>
                  <a:gd name="connsiteX1" fmla="*/ 195262 w 381000"/>
                  <a:gd name="connsiteY1" fmla="*/ 269558 h 276225"/>
                  <a:gd name="connsiteX2" fmla="*/ 195262 w 381000"/>
                  <a:gd name="connsiteY2" fmla="*/ 269558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8" y="9525"/>
                    </a:moveTo>
                    <a:lnTo>
                      <a:pt x="195262" y="269558"/>
                    </a:lnTo>
                    <a:lnTo>
                      <a:pt x="195262" y="269558"/>
                    </a:lnTo>
                    <a:lnTo>
                      <a:pt x="9525" y="9525"/>
                    </a:lnTo>
                    <a:lnTo>
                      <a:pt x="9525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11" name="Полилиния: фигура 103">
                <a:extLst>
                  <a:ext uri="{FF2B5EF4-FFF2-40B4-BE49-F238E27FC236}">
                    <a16:creationId xmlns:a16="http://schemas.microsoft.com/office/drawing/2014/main" id="{FE1E5B78-AAA6-42FB-8238-AC53CB968AB4}"/>
                  </a:ext>
                </a:extLst>
              </p:cNvPr>
              <p:cNvSpPr/>
              <p:nvPr/>
            </p:nvSpPr>
            <p:spPr>
              <a:xfrm>
                <a:off x="4479608" y="2105025"/>
                <a:ext cx="381000" cy="276225"/>
              </a:xfrm>
              <a:custGeom>
                <a:avLst/>
                <a:gdLst>
                  <a:gd name="connsiteX0" fmla="*/ 9525 w 381000"/>
                  <a:gd name="connsiteY0" fmla="*/ 268605 h 276225"/>
                  <a:gd name="connsiteX1" fmla="*/ 194310 w 381000"/>
                  <a:gd name="connsiteY1" fmla="*/ 9525 h 276225"/>
                  <a:gd name="connsiteX2" fmla="*/ 380047 w 381000"/>
                  <a:gd name="connsiteY2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268605"/>
                    </a:moveTo>
                    <a:lnTo>
                      <a:pt x="194310" y="9525"/>
                    </a:lnTo>
                    <a:lnTo>
                      <a:pt x="380047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12" name="Полилиния: фигура 104">
                <a:extLst>
                  <a:ext uri="{FF2B5EF4-FFF2-40B4-BE49-F238E27FC236}">
                    <a16:creationId xmlns:a16="http://schemas.microsoft.com/office/drawing/2014/main" id="{6F664838-37DC-486C-ABA1-8CE8110C85E0}"/>
                  </a:ext>
                </a:extLst>
              </p:cNvPr>
              <p:cNvSpPr/>
              <p:nvPr/>
            </p:nvSpPr>
            <p:spPr>
              <a:xfrm>
                <a:off x="4479608" y="2364105"/>
                <a:ext cx="381000" cy="276225"/>
              </a:xfrm>
              <a:custGeom>
                <a:avLst/>
                <a:gdLst>
                  <a:gd name="connsiteX0" fmla="*/ 380047 w 381000"/>
                  <a:gd name="connsiteY0" fmla="*/ 9525 h 276225"/>
                  <a:gd name="connsiteX1" fmla="*/ 194310 w 381000"/>
                  <a:gd name="connsiteY1" fmla="*/ 269557 h 276225"/>
                  <a:gd name="connsiteX2" fmla="*/ 194310 w 381000"/>
                  <a:gd name="connsiteY2" fmla="*/ 269557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7" y="9525"/>
                    </a:moveTo>
                    <a:lnTo>
                      <a:pt x="194310" y="269557"/>
                    </a:lnTo>
                    <a:lnTo>
                      <a:pt x="194310" y="269557"/>
                    </a:lnTo>
                    <a:lnTo>
                      <a:pt x="9525" y="9525"/>
                    </a:lnTo>
                    <a:lnTo>
                      <a:pt x="9525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13" name="Полилиния: фигура 105">
                <a:extLst>
                  <a:ext uri="{FF2B5EF4-FFF2-40B4-BE49-F238E27FC236}">
                    <a16:creationId xmlns:a16="http://schemas.microsoft.com/office/drawing/2014/main" id="{BB3B5C4C-EE44-4338-9C63-F95E3EFD8FAD}"/>
                  </a:ext>
                </a:extLst>
              </p:cNvPr>
              <p:cNvSpPr/>
              <p:nvPr/>
            </p:nvSpPr>
            <p:spPr>
              <a:xfrm>
                <a:off x="4850130" y="2884170"/>
                <a:ext cx="381000" cy="276225"/>
              </a:xfrm>
              <a:custGeom>
                <a:avLst/>
                <a:gdLst>
                  <a:gd name="connsiteX0" fmla="*/ 380048 w 381000"/>
                  <a:gd name="connsiteY0" fmla="*/ 9525 h 276225"/>
                  <a:gd name="connsiteX1" fmla="*/ 194310 w 381000"/>
                  <a:gd name="connsiteY1" fmla="*/ 269558 h 276225"/>
                  <a:gd name="connsiteX2" fmla="*/ 194310 w 381000"/>
                  <a:gd name="connsiteY2" fmla="*/ 269558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8" y="9525"/>
                    </a:moveTo>
                    <a:lnTo>
                      <a:pt x="194310" y="269558"/>
                    </a:lnTo>
                    <a:lnTo>
                      <a:pt x="194310" y="269558"/>
                    </a:lnTo>
                    <a:lnTo>
                      <a:pt x="9525" y="9525"/>
                    </a:lnTo>
                    <a:lnTo>
                      <a:pt x="9525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14" name="Полилиния: фигура 106">
                <a:extLst>
                  <a:ext uri="{FF2B5EF4-FFF2-40B4-BE49-F238E27FC236}">
                    <a16:creationId xmlns:a16="http://schemas.microsoft.com/office/drawing/2014/main" id="{6356460A-B47F-4FCB-AC32-980479C7721D}"/>
                  </a:ext>
                </a:extLst>
              </p:cNvPr>
              <p:cNvSpPr/>
              <p:nvPr/>
            </p:nvSpPr>
            <p:spPr>
              <a:xfrm>
                <a:off x="4850130" y="2624137"/>
                <a:ext cx="381000" cy="276225"/>
              </a:xfrm>
              <a:custGeom>
                <a:avLst/>
                <a:gdLst>
                  <a:gd name="connsiteX0" fmla="*/ 9525 w 381000"/>
                  <a:gd name="connsiteY0" fmla="*/ 269558 h 276225"/>
                  <a:gd name="connsiteX1" fmla="*/ 194310 w 381000"/>
                  <a:gd name="connsiteY1" fmla="*/ 9525 h 276225"/>
                  <a:gd name="connsiteX2" fmla="*/ 380048 w 381000"/>
                  <a:gd name="connsiteY2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269558"/>
                    </a:moveTo>
                    <a:lnTo>
                      <a:pt x="194310" y="9525"/>
                    </a:lnTo>
                    <a:lnTo>
                      <a:pt x="380048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15" name="Полилиния: фигура 107">
                <a:extLst>
                  <a:ext uri="{FF2B5EF4-FFF2-40B4-BE49-F238E27FC236}">
                    <a16:creationId xmlns:a16="http://schemas.microsoft.com/office/drawing/2014/main" id="{AC1EA8D6-3357-428E-80D5-0B33FBAE87C7}"/>
                  </a:ext>
                </a:extLst>
              </p:cNvPr>
              <p:cNvSpPr/>
              <p:nvPr/>
            </p:nvSpPr>
            <p:spPr>
              <a:xfrm>
                <a:off x="4109085" y="1844992"/>
                <a:ext cx="381000" cy="276225"/>
              </a:xfrm>
              <a:custGeom>
                <a:avLst/>
                <a:gdLst>
                  <a:gd name="connsiteX0" fmla="*/ 194310 w 381000"/>
                  <a:gd name="connsiteY0" fmla="*/ 269557 h 276225"/>
                  <a:gd name="connsiteX1" fmla="*/ 194310 w 381000"/>
                  <a:gd name="connsiteY1" fmla="*/ 269557 h 276225"/>
                  <a:gd name="connsiteX2" fmla="*/ 9525 w 381000"/>
                  <a:gd name="connsiteY2" fmla="*/ 9525 h 276225"/>
                  <a:gd name="connsiteX3" fmla="*/ 9525 w 381000"/>
                  <a:gd name="connsiteY3" fmla="*/ 9525 h 276225"/>
                  <a:gd name="connsiteX4" fmla="*/ 380048 w 381000"/>
                  <a:gd name="connsiteY4" fmla="*/ 9525 h 276225"/>
                  <a:gd name="connsiteX5" fmla="*/ 380048 w 381000"/>
                  <a:gd name="connsiteY5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194310" y="269557"/>
                    </a:moveTo>
                    <a:lnTo>
                      <a:pt x="194310" y="269557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380048" y="9525"/>
                    </a:lnTo>
                    <a:lnTo>
                      <a:pt x="38004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16" name="Полилиния: фигура 108">
                <a:extLst>
                  <a:ext uri="{FF2B5EF4-FFF2-40B4-BE49-F238E27FC236}">
                    <a16:creationId xmlns:a16="http://schemas.microsoft.com/office/drawing/2014/main" id="{AAE1370C-96E0-4338-843A-B5B3BB9E59EF}"/>
                  </a:ext>
                </a:extLst>
              </p:cNvPr>
              <p:cNvSpPr/>
              <p:nvPr/>
            </p:nvSpPr>
            <p:spPr>
              <a:xfrm>
                <a:off x="4293870" y="2105025"/>
                <a:ext cx="381000" cy="276225"/>
              </a:xfrm>
              <a:custGeom>
                <a:avLst/>
                <a:gdLst>
                  <a:gd name="connsiteX0" fmla="*/ 380047 w 381000"/>
                  <a:gd name="connsiteY0" fmla="*/ 9525 h 276225"/>
                  <a:gd name="connsiteX1" fmla="*/ 195262 w 381000"/>
                  <a:gd name="connsiteY1" fmla="*/ 268605 h 276225"/>
                  <a:gd name="connsiteX2" fmla="*/ 195262 w 381000"/>
                  <a:gd name="connsiteY2" fmla="*/ 268605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7" y="9525"/>
                    </a:moveTo>
                    <a:lnTo>
                      <a:pt x="195262" y="268605"/>
                    </a:lnTo>
                    <a:lnTo>
                      <a:pt x="195262" y="268605"/>
                    </a:lnTo>
                    <a:lnTo>
                      <a:pt x="9525" y="9525"/>
                    </a:lnTo>
                    <a:lnTo>
                      <a:pt x="9525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17" name="Полилиния: фигура 109">
                <a:extLst>
                  <a:ext uri="{FF2B5EF4-FFF2-40B4-BE49-F238E27FC236}">
                    <a16:creationId xmlns:a16="http://schemas.microsoft.com/office/drawing/2014/main" id="{976159BD-676B-4F4F-AE2E-9091914B9B14}"/>
                  </a:ext>
                </a:extLst>
              </p:cNvPr>
              <p:cNvSpPr/>
              <p:nvPr/>
            </p:nvSpPr>
            <p:spPr>
              <a:xfrm>
                <a:off x="4293870" y="1844992"/>
                <a:ext cx="381000" cy="276225"/>
              </a:xfrm>
              <a:custGeom>
                <a:avLst/>
                <a:gdLst>
                  <a:gd name="connsiteX0" fmla="*/ 9525 w 381000"/>
                  <a:gd name="connsiteY0" fmla="*/ 269557 h 276225"/>
                  <a:gd name="connsiteX1" fmla="*/ 195262 w 381000"/>
                  <a:gd name="connsiteY1" fmla="*/ 9525 h 276225"/>
                  <a:gd name="connsiteX2" fmla="*/ 380047 w 381000"/>
                  <a:gd name="connsiteY2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269557"/>
                    </a:moveTo>
                    <a:lnTo>
                      <a:pt x="195262" y="9525"/>
                    </a:lnTo>
                    <a:lnTo>
                      <a:pt x="380047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18" name="Полилиния: фигура 110">
                <a:extLst>
                  <a:ext uri="{FF2B5EF4-FFF2-40B4-BE49-F238E27FC236}">
                    <a16:creationId xmlns:a16="http://schemas.microsoft.com/office/drawing/2014/main" id="{86FA25DC-5202-4EDB-B3D1-084260B001DC}"/>
                  </a:ext>
                </a:extLst>
              </p:cNvPr>
              <p:cNvSpPr/>
              <p:nvPr/>
            </p:nvSpPr>
            <p:spPr>
              <a:xfrm>
                <a:off x="5591175" y="3663315"/>
                <a:ext cx="381000" cy="276225"/>
              </a:xfrm>
              <a:custGeom>
                <a:avLst/>
                <a:gdLst>
                  <a:gd name="connsiteX0" fmla="*/ 194310 w 381000"/>
                  <a:gd name="connsiteY0" fmla="*/ 9525 h 276225"/>
                  <a:gd name="connsiteX1" fmla="*/ 380047 w 381000"/>
                  <a:gd name="connsiteY1" fmla="*/ 269557 h 276225"/>
                  <a:gd name="connsiteX2" fmla="*/ 9525 w 381000"/>
                  <a:gd name="connsiteY2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194310" y="9525"/>
                    </a:moveTo>
                    <a:lnTo>
                      <a:pt x="380047" y="269557"/>
                    </a:lnTo>
                    <a:lnTo>
                      <a:pt x="9525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19" name="Полилиния: фигура 111">
                <a:extLst>
                  <a:ext uri="{FF2B5EF4-FFF2-40B4-BE49-F238E27FC236}">
                    <a16:creationId xmlns:a16="http://schemas.microsoft.com/office/drawing/2014/main" id="{57AB5CA8-40AB-4DE3-B028-4544352C096E}"/>
                  </a:ext>
                </a:extLst>
              </p:cNvPr>
              <p:cNvSpPr/>
              <p:nvPr/>
            </p:nvSpPr>
            <p:spPr>
              <a:xfrm>
                <a:off x="5405438" y="3404234"/>
                <a:ext cx="381000" cy="276225"/>
              </a:xfrm>
              <a:custGeom>
                <a:avLst/>
                <a:gdLst>
                  <a:gd name="connsiteX0" fmla="*/ 195262 w 381000"/>
                  <a:gd name="connsiteY0" fmla="*/ 9525 h 276225"/>
                  <a:gd name="connsiteX1" fmla="*/ 380047 w 381000"/>
                  <a:gd name="connsiteY1" fmla="*/ 268605 h 276225"/>
                  <a:gd name="connsiteX2" fmla="*/ 9525 w 381000"/>
                  <a:gd name="connsiteY2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195262" y="9525"/>
                    </a:moveTo>
                    <a:lnTo>
                      <a:pt x="380047" y="268605"/>
                    </a:lnTo>
                    <a:lnTo>
                      <a:pt x="9525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20" name="Полилиния: фигура 112">
                <a:extLst>
                  <a:ext uri="{FF2B5EF4-FFF2-40B4-BE49-F238E27FC236}">
                    <a16:creationId xmlns:a16="http://schemas.microsoft.com/office/drawing/2014/main" id="{D6954C8A-36C2-4CF8-BD7B-29135D330E11}"/>
                  </a:ext>
                </a:extLst>
              </p:cNvPr>
              <p:cNvSpPr/>
              <p:nvPr/>
            </p:nvSpPr>
            <p:spPr>
              <a:xfrm>
                <a:off x="5591175" y="3923347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9525 w 381000"/>
                  <a:gd name="connsiteY1" fmla="*/ 9525 h 276225"/>
                  <a:gd name="connsiteX2" fmla="*/ 380047 w 381000"/>
                  <a:gd name="connsiteY2" fmla="*/ 9525 h 276225"/>
                  <a:gd name="connsiteX3" fmla="*/ 380047 w 381000"/>
                  <a:gd name="connsiteY3" fmla="*/ 9525 h 276225"/>
                  <a:gd name="connsiteX4" fmla="*/ 194310 w 381000"/>
                  <a:gd name="connsiteY4" fmla="*/ 269558 h 276225"/>
                  <a:gd name="connsiteX5" fmla="*/ 194310 w 381000"/>
                  <a:gd name="connsiteY5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9525" y="9525"/>
                    </a:lnTo>
                    <a:lnTo>
                      <a:pt x="380047" y="9525"/>
                    </a:lnTo>
                    <a:lnTo>
                      <a:pt x="380047" y="9525"/>
                    </a:lnTo>
                    <a:lnTo>
                      <a:pt x="194310" y="269558"/>
                    </a:lnTo>
                    <a:lnTo>
                      <a:pt x="194310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21" name="Полилиния: фигура 113">
                <a:extLst>
                  <a:ext uri="{FF2B5EF4-FFF2-40B4-BE49-F238E27FC236}">
                    <a16:creationId xmlns:a16="http://schemas.microsoft.com/office/drawing/2014/main" id="{7A2466EE-FB01-4211-BC2A-BF4273F33F09}"/>
                  </a:ext>
                </a:extLst>
              </p:cNvPr>
              <p:cNvSpPr/>
              <p:nvPr/>
            </p:nvSpPr>
            <p:spPr>
              <a:xfrm>
                <a:off x="5405438" y="3663315"/>
                <a:ext cx="381000" cy="276225"/>
              </a:xfrm>
              <a:custGeom>
                <a:avLst/>
                <a:gdLst>
                  <a:gd name="connsiteX0" fmla="*/ 195262 w 381000"/>
                  <a:gd name="connsiteY0" fmla="*/ 269557 h 276225"/>
                  <a:gd name="connsiteX1" fmla="*/ 9525 w 381000"/>
                  <a:gd name="connsiteY1" fmla="*/ 9525 h 276225"/>
                  <a:gd name="connsiteX2" fmla="*/ 9525 w 381000"/>
                  <a:gd name="connsiteY2" fmla="*/ 9525 h 276225"/>
                  <a:gd name="connsiteX3" fmla="*/ 380047 w 381000"/>
                  <a:gd name="connsiteY3" fmla="*/ 9525 h 276225"/>
                  <a:gd name="connsiteX4" fmla="*/ 380047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195262" y="269557"/>
                    </a:moveTo>
                    <a:lnTo>
                      <a:pt x="9525" y="9525"/>
                    </a:lnTo>
                    <a:lnTo>
                      <a:pt x="9525" y="9525"/>
                    </a:lnTo>
                    <a:lnTo>
                      <a:pt x="380047" y="9525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22" name="Полилиния: фигура 114">
                <a:extLst>
                  <a:ext uri="{FF2B5EF4-FFF2-40B4-BE49-F238E27FC236}">
                    <a16:creationId xmlns:a16="http://schemas.microsoft.com/office/drawing/2014/main" id="{D15A7FF8-398A-4A84-93B3-0780F0D59D2D}"/>
                  </a:ext>
                </a:extLst>
              </p:cNvPr>
              <p:cNvSpPr/>
              <p:nvPr/>
            </p:nvSpPr>
            <p:spPr>
              <a:xfrm>
                <a:off x="5034915" y="2884170"/>
                <a:ext cx="381000" cy="276225"/>
              </a:xfrm>
              <a:custGeom>
                <a:avLst/>
                <a:gdLst>
                  <a:gd name="connsiteX0" fmla="*/ 9525 w 381000"/>
                  <a:gd name="connsiteY0" fmla="*/ 269558 h 276225"/>
                  <a:gd name="connsiteX1" fmla="*/ 195262 w 381000"/>
                  <a:gd name="connsiteY1" fmla="*/ 9525 h 276225"/>
                  <a:gd name="connsiteX2" fmla="*/ 380047 w 381000"/>
                  <a:gd name="connsiteY2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269558"/>
                    </a:moveTo>
                    <a:lnTo>
                      <a:pt x="195262" y="9525"/>
                    </a:lnTo>
                    <a:lnTo>
                      <a:pt x="380047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23" name="Полилиния: фигура 115">
                <a:extLst>
                  <a:ext uri="{FF2B5EF4-FFF2-40B4-BE49-F238E27FC236}">
                    <a16:creationId xmlns:a16="http://schemas.microsoft.com/office/drawing/2014/main" id="{E5EA81C3-9C1F-4C45-8853-98BBFC368711}"/>
                  </a:ext>
                </a:extLst>
              </p:cNvPr>
              <p:cNvSpPr/>
              <p:nvPr/>
            </p:nvSpPr>
            <p:spPr>
              <a:xfrm>
                <a:off x="5034915" y="3144202"/>
                <a:ext cx="381000" cy="276225"/>
              </a:xfrm>
              <a:custGeom>
                <a:avLst/>
                <a:gdLst>
                  <a:gd name="connsiteX0" fmla="*/ 380047 w 381000"/>
                  <a:gd name="connsiteY0" fmla="*/ 9525 h 276225"/>
                  <a:gd name="connsiteX1" fmla="*/ 195262 w 381000"/>
                  <a:gd name="connsiteY1" fmla="*/ 268605 h 276225"/>
                  <a:gd name="connsiteX2" fmla="*/ 195262 w 381000"/>
                  <a:gd name="connsiteY2" fmla="*/ 268605 h 276225"/>
                  <a:gd name="connsiteX3" fmla="*/ 9525 w 381000"/>
                  <a:gd name="connsiteY3" fmla="*/ 9525 h 276225"/>
                  <a:gd name="connsiteX4" fmla="*/ 9525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7" y="9525"/>
                    </a:moveTo>
                    <a:lnTo>
                      <a:pt x="195262" y="268605"/>
                    </a:lnTo>
                    <a:lnTo>
                      <a:pt x="195262" y="268605"/>
                    </a:lnTo>
                    <a:lnTo>
                      <a:pt x="9525" y="9525"/>
                    </a:lnTo>
                    <a:lnTo>
                      <a:pt x="9525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24" name="Полилиния: фигура 116">
                <a:extLst>
                  <a:ext uri="{FF2B5EF4-FFF2-40B4-BE49-F238E27FC236}">
                    <a16:creationId xmlns:a16="http://schemas.microsoft.com/office/drawing/2014/main" id="{5172905A-AE71-40EE-ADEC-8EC211941176}"/>
                  </a:ext>
                </a:extLst>
              </p:cNvPr>
              <p:cNvSpPr/>
              <p:nvPr/>
            </p:nvSpPr>
            <p:spPr>
              <a:xfrm>
                <a:off x="5220653" y="3403282"/>
                <a:ext cx="381000" cy="276225"/>
              </a:xfrm>
              <a:custGeom>
                <a:avLst/>
                <a:gdLst>
                  <a:gd name="connsiteX0" fmla="*/ 380047 w 381000"/>
                  <a:gd name="connsiteY0" fmla="*/ 10477 h 276225"/>
                  <a:gd name="connsiteX1" fmla="*/ 194310 w 381000"/>
                  <a:gd name="connsiteY1" fmla="*/ 269558 h 276225"/>
                  <a:gd name="connsiteX2" fmla="*/ 194310 w 381000"/>
                  <a:gd name="connsiteY2" fmla="*/ 269558 h 276225"/>
                  <a:gd name="connsiteX3" fmla="*/ 9525 w 381000"/>
                  <a:gd name="connsiteY3" fmla="*/ 10477 h 276225"/>
                  <a:gd name="connsiteX4" fmla="*/ 9525 w 381000"/>
                  <a:gd name="connsiteY4" fmla="*/ 9525 h 276225"/>
                  <a:gd name="connsiteX5" fmla="*/ 380047 w 381000"/>
                  <a:gd name="connsiteY5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380047" y="10477"/>
                    </a:moveTo>
                    <a:lnTo>
                      <a:pt x="194310" y="269558"/>
                    </a:lnTo>
                    <a:lnTo>
                      <a:pt x="194310" y="269558"/>
                    </a:lnTo>
                    <a:lnTo>
                      <a:pt x="9525" y="10477"/>
                    </a:lnTo>
                    <a:lnTo>
                      <a:pt x="9525" y="9525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25" name="Полилиния: фигура 117">
                <a:extLst>
                  <a:ext uri="{FF2B5EF4-FFF2-40B4-BE49-F238E27FC236}">
                    <a16:creationId xmlns:a16="http://schemas.microsoft.com/office/drawing/2014/main" id="{D0F94A9C-8C06-484A-BB34-871B06EB8041}"/>
                  </a:ext>
                </a:extLst>
              </p:cNvPr>
              <p:cNvSpPr/>
              <p:nvPr/>
            </p:nvSpPr>
            <p:spPr>
              <a:xfrm>
                <a:off x="5220653" y="3144202"/>
                <a:ext cx="381000" cy="276225"/>
              </a:xfrm>
              <a:custGeom>
                <a:avLst/>
                <a:gdLst>
                  <a:gd name="connsiteX0" fmla="*/ 9525 w 381000"/>
                  <a:gd name="connsiteY0" fmla="*/ 268605 h 276225"/>
                  <a:gd name="connsiteX1" fmla="*/ 194310 w 381000"/>
                  <a:gd name="connsiteY1" fmla="*/ 9525 h 276225"/>
                  <a:gd name="connsiteX2" fmla="*/ 380047 w 381000"/>
                  <a:gd name="connsiteY2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1000" h="276225">
                    <a:moveTo>
                      <a:pt x="9525" y="268605"/>
                    </a:moveTo>
                    <a:lnTo>
                      <a:pt x="194310" y="9525"/>
                    </a:lnTo>
                    <a:lnTo>
                      <a:pt x="380047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26" name="Полилиния: фигура 118">
                <a:extLst>
                  <a:ext uri="{FF2B5EF4-FFF2-40B4-BE49-F238E27FC236}">
                    <a16:creationId xmlns:a16="http://schemas.microsoft.com/office/drawing/2014/main" id="{C504A3AC-0CF6-40BE-AD50-B25B49E83FD6}"/>
                  </a:ext>
                </a:extLst>
              </p:cNvPr>
              <p:cNvSpPr/>
              <p:nvPr/>
            </p:nvSpPr>
            <p:spPr>
              <a:xfrm>
                <a:off x="4850130" y="6001702"/>
                <a:ext cx="381000" cy="276225"/>
              </a:xfrm>
              <a:custGeom>
                <a:avLst/>
                <a:gdLst>
                  <a:gd name="connsiteX0" fmla="*/ 380048 w 381000"/>
                  <a:gd name="connsiteY0" fmla="*/ 9525 h 276225"/>
                  <a:gd name="connsiteX1" fmla="*/ 378142 w 381000"/>
                  <a:gd name="connsiteY1" fmla="*/ 9525 h 276225"/>
                  <a:gd name="connsiteX2" fmla="*/ 9525 w 381000"/>
                  <a:gd name="connsiteY2" fmla="*/ 9525 h 276225"/>
                  <a:gd name="connsiteX3" fmla="*/ 194310 w 381000"/>
                  <a:gd name="connsiteY3" fmla="*/ 269557 h 276225"/>
                  <a:gd name="connsiteX4" fmla="*/ 194310 w 381000"/>
                  <a:gd name="connsiteY4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8" y="9525"/>
                    </a:moveTo>
                    <a:lnTo>
                      <a:pt x="378142" y="9525"/>
                    </a:lnTo>
                    <a:lnTo>
                      <a:pt x="9525" y="9525"/>
                    </a:lnTo>
                    <a:lnTo>
                      <a:pt x="194310" y="269557"/>
                    </a:lnTo>
                    <a:lnTo>
                      <a:pt x="194310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27" name="Полилиния: фигура 119">
                <a:extLst>
                  <a:ext uri="{FF2B5EF4-FFF2-40B4-BE49-F238E27FC236}">
                    <a16:creationId xmlns:a16="http://schemas.microsoft.com/office/drawing/2014/main" id="{9AD874D7-BD7A-43A9-A44C-80597709321F}"/>
                  </a:ext>
                </a:extLst>
              </p:cNvPr>
              <p:cNvSpPr/>
              <p:nvPr/>
            </p:nvSpPr>
            <p:spPr>
              <a:xfrm>
                <a:off x="4664392" y="6001702"/>
                <a:ext cx="381000" cy="276225"/>
              </a:xfrm>
              <a:custGeom>
                <a:avLst/>
                <a:gdLst>
                  <a:gd name="connsiteX0" fmla="*/ 380048 w 381000"/>
                  <a:gd name="connsiteY0" fmla="*/ 269557 h 276225"/>
                  <a:gd name="connsiteX1" fmla="*/ 380048 w 381000"/>
                  <a:gd name="connsiteY1" fmla="*/ 269557 h 276225"/>
                  <a:gd name="connsiteX2" fmla="*/ 195262 w 381000"/>
                  <a:gd name="connsiteY2" fmla="*/ 9525 h 276225"/>
                  <a:gd name="connsiteX3" fmla="*/ 195262 w 381000"/>
                  <a:gd name="connsiteY3" fmla="*/ 9525 h 276225"/>
                  <a:gd name="connsiteX4" fmla="*/ 9525 w 381000"/>
                  <a:gd name="connsiteY4" fmla="*/ 269557 h 276225"/>
                  <a:gd name="connsiteX5" fmla="*/ 9525 w 381000"/>
                  <a:gd name="connsiteY5" fmla="*/ 269557 h 276225"/>
                  <a:gd name="connsiteX6" fmla="*/ 380048 w 381000"/>
                  <a:gd name="connsiteY6" fmla="*/ 269557 h 276225"/>
                  <a:gd name="connsiteX7" fmla="*/ 380048 w 381000"/>
                  <a:gd name="connsiteY7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380048" y="269557"/>
                    </a:moveTo>
                    <a:lnTo>
                      <a:pt x="380048" y="269557"/>
                    </a:lnTo>
                    <a:lnTo>
                      <a:pt x="195262" y="9525"/>
                    </a:lnTo>
                    <a:lnTo>
                      <a:pt x="195262" y="9525"/>
                    </a:lnTo>
                    <a:lnTo>
                      <a:pt x="9525" y="269557"/>
                    </a:lnTo>
                    <a:lnTo>
                      <a:pt x="9525" y="269557"/>
                    </a:lnTo>
                    <a:lnTo>
                      <a:pt x="380048" y="269557"/>
                    </a:lnTo>
                    <a:lnTo>
                      <a:pt x="380048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28" name="Полилиния: фигура 120">
                <a:extLst>
                  <a:ext uri="{FF2B5EF4-FFF2-40B4-BE49-F238E27FC236}">
                    <a16:creationId xmlns:a16="http://schemas.microsoft.com/office/drawing/2014/main" id="{8E42663B-CC2B-4DE1-AE28-B5AA9876F479}"/>
                  </a:ext>
                </a:extLst>
              </p:cNvPr>
              <p:cNvSpPr/>
              <p:nvPr/>
            </p:nvSpPr>
            <p:spPr>
              <a:xfrm>
                <a:off x="5034915" y="5482590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8605 h 276225"/>
                  <a:gd name="connsiteX1" fmla="*/ 380047 w 381000"/>
                  <a:gd name="connsiteY1" fmla="*/ 268605 h 276225"/>
                  <a:gd name="connsiteX2" fmla="*/ 379095 w 381000"/>
                  <a:gd name="connsiteY2" fmla="*/ 267653 h 276225"/>
                  <a:gd name="connsiteX3" fmla="*/ 195262 w 381000"/>
                  <a:gd name="connsiteY3" fmla="*/ 9525 h 276225"/>
                  <a:gd name="connsiteX4" fmla="*/ 195262 w 381000"/>
                  <a:gd name="connsiteY4" fmla="*/ 9525 h 276225"/>
                  <a:gd name="connsiteX5" fmla="*/ 9525 w 381000"/>
                  <a:gd name="connsiteY5" fmla="*/ 268605 h 276225"/>
                  <a:gd name="connsiteX6" fmla="*/ 9525 w 381000"/>
                  <a:gd name="connsiteY6" fmla="*/ 269557 h 276225"/>
                  <a:gd name="connsiteX7" fmla="*/ 378142 w 381000"/>
                  <a:gd name="connsiteY7" fmla="*/ 269557 h 276225"/>
                  <a:gd name="connsiteX8" fmla="*/ 380047 w 381000"/>
                  <a:gd name="connsiteY8" fmla="*/ 269557 h 276225"/>
                  <a:gd name="connsiteX9" fmla="*/ 380047 w 381000"/>
                  <a:gd name="connsiteY9" fmla="*/ 269557 h 276225"/>
                  <a:gd name="connsiteX10" fmla="*/ 380047 w 381000"/>
                  <a:gd name="connsiteY10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1000" h="276225">
                    <a:moveTo>
                      <a:pt x="380047" y="268605"/>
                    </a:moveTo>
                    <a:lnTo>
                      <a:pt x="380047" y="268605"/>
                    </a:lnTo>
                    <a:lnTo>
                      <a:pt x="379095" y="267653"/>
                    </a:lnTo>
                    <a:lnTo>
                      <a:pt x="195262" y="9525"/>
                    </a:lnTo>
                    <a:lnTo>
                      <a:pt x="195262" y="9525"/>
                    </a:lnTo>
                    <a:lnTo>
                      <a:pt x="9525" y="268605"/>
                    </a:lnTo>
                    <a:lnTo>
                      <a:pt x="9525" y="269557"/>
                    </a:lnTo>
                    <a:lnTo>
                      <a:pt x="378142" y="269557"/>
                    </a:lnTo>
                    <a:lnTo>
                      <a:pt x="380047" y="269557"/>
                    </a:lnTo>
                    <a:lnTo>
                      <a:pt x="380047" y="269557"/>
                    </a:lnTo>
                    <a:lnTo>
                      <a:pt x="380047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29" name="Полилиния: фигура 121">
                <a:extLst>
                  <a:ext uri="{FF2B5EF4-FFF2-40B4-BE49-F238E27FC236}">
                    <a16:creationId xmlns:a16="http://schemas.microsoft.com/office/drawing/2014/main" id="{66251B2D-5B62-4FAF-8DD8-9C24E66656DA}"/>
                  </a:ext>
                </a:extLst>
              </p:cNvPr>
              <p:cNvSpPr/>
              <p:nvPr/>
            </p:nvSpPr>
            <p:spPr>
              <a:xfrm>
                <a:off x="5034915" y="5742622"/>
                <a:ext cx="381000" cy="276225"/>
              </a:xfrm>
              <a:custGeom>
                <a:avLst/>
                <a:gdLst>
                  <a:gd name="connsiteX0" fmla="*/ 380047 w 381000"/>
                  <a:gd name="connsiteY0" fmla="*/ 9525 h 276225"/>
                  <a:gd name="connsiteX1" fmla="*/ 380047 w 381000"/>
                  <a:gd name="connsiteY1" fmla="*/ 9525 h 276225"/>
                  <a:gd name="connsiteX2" fmla="*/ 378142 w 381000"/>
                  <a:gd name="connsiteY2" fmla="*/ 9525 h 276225"/>
                  <a:gd name="connsiteX3" fmla="*/ 9525 w 381000"/>
                  <a:gd name="connsiteY3" fmla="*/ 9525 h 276225"/>
                  <a:gd name="connsiteX4" fmla="*/ 194310 w 381000"/>
                  <a:gd name="connsiteY4" fmla="*/ 267653 h 276225"/>
                  <a:gd name="connsiteX5" fmla="*/ 195262 w 381000"/>
                  <a:gd name="connsiteY5" fmla="*/ 268605 h 276225"/>
                  <a:gd name="connsiteX6" fmla="*/ 195262 w 381000"/>
                  <a:gd name="connsiteY6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0" h="276225">
                    <a:moveTo>
                      <a:pt x="380047" y="9525"/>
                    </a:moveTo>
                    <a:lnTo>
                      <a:pt x="380047" y="9525"/>
                    </a:lnTo>
                    <a:lnTo>
                      <a:pt x="378142" y="9525"/>
                    </a:lnTo>
                    <a:lnTo>
                      <a:pt x="9525" y="9525"/>
                    </a:lnTo>
                    <a:lnTo>
                      <a:pt x="194310" y="267653"/>
                    </a:lnTo>
                    <a:lnTo>
                      <a:pt x="195262" y="268605"/>
                    </a:lnTo>
                    <a:lnTo>
                      <a:pt x="195262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30" name="Полилиния: фигура 122">
                <a:extLst>
                  <a:ext uri="{FF2B5EF4-FFF2-40B4-BE49-F238E27FC236}">
                    <a16:creationId xmlns:a16="http://schemas.microsoft.com/office/drawing/2014/main" id="{1DB81087-482C-4842-ACAA-31F7E47002AB}"/>
                  </a:ext>
                </a:extLst>
              </p:cNvPr>
              <p:cNvSpPr/>
              <p:nvPr/>
            </p:nvSpPr>
            <p:spPr>
              <a:xfrm>
                <a:off x="4664392" y="6261734"/>
                <a:ext cx="381000" cy="276225"/>
              </a:xfrm>
              <a:custGeom>
                <a:avLst/>
                <a:gdLst>
                  <a:gd name="connsiteX0" fmla="*/ 380048 w 381000"/>
                  <a:gd name="connsiteY0" fmla="*/ 9525 h 276225"/>
                  <a:gd name="connsiteX1" fmla="*/ 380048 w 381000"/>
                  <a:gd name="connsiteY1" fmla="*/ 9525 h 276225"/>
                  <a:gd name="connsiteX2" fmla="*/ 9525 w 381000"/>
                  <a:gd name="connsiteY2" fmla="*/ 9525 h 276225"/>
                  <a:gd name="connsiteX3" fmla="*/ 195262 w 381000"/>
                  <a:gd name="connsiteY3" fmla="*/ 269558 h 276225"/>
                  <a:gd name="connsiteX4" fmla="*/ 229553 w 381000"/>
                  <a:gd name="connsiteY4" fmla="*/ 220028 h 276225"/>
                  <a:gd name="connsiteX5" fmla="*/ 229553 w 381000"/>
                  <a:gd name="connsiteY5" fmla="*/ 22002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380048" y="9525"/>
                    </a:moveTo>
                    <a:lnTo>
                      <a:pt x="380048" y="9525"/>
                    </a:lnTo>
                    <a:lnTo>
                      <a:pt x="9525" y="9525"/>
                    </a:lnTo>
                    <a:lnTo>
                      <a:pt x="195262" y="269558"/>
                    </a:lnTo>
                    <a:lnTo>
                      <a:pt x="229553" y="220028"/>
                    </a:lnTo>
                    <a:lnTo>
                      <a:pt x="229553" y="22002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31" name="Полилиния: фигура 123">
                <a:extLst>
                  <a:ext uri="{FF2B5EF4-FFF2-40B4-BE49-F238E27FC236}">
                    <a16:creationId xmlns:a16="http://schemas.microsoft.com/office/drawing/2014/main" id="{D31F0017-D173-46F4-BBB1-9A5A6DC23C71}"/>
                  </a:ext>
                </a:extLst>
              </p:cNvPr>
              <p:cNvSpPr/>
              <p:nvPr/>
            </p:nvSpPr>
            <p:spPr>
              <a:xfrm>
                <a:off x="4479608" y="6261734"/>
                <a:ext cx="381000" cy="276225"/>
              </a:xfrm>
              <a:custGeom>
                <a:avLst/>
                <a:gdLst>
                  <a:gd name="connsiteX0" fmla="*/ 194310 w 381000"/>
                  <a:gd name="connsiteY0" fmla="*/ 9525 h 276225"/>
                  <a:gd name="connsiteX1" fmla="*/ 194310 w 381000"/>
                  <a:gd name="connsiteY1" fmla="*/ 9525 h 276225"/>
                  <a:gd name="connsiteX2" fmla="*/ 9525 w 381000"/>
                  <a:gd name="connsiteY2" fmla="*/ 269558 h 276225"/>
                  <a:gd name="connsiteX3" fmla="*/ 9525 w 381000"/>
                  <a:gd name="connsiteY3" fmla="*/ 269558 h 276225"/>
                  <a:gd name="connsiteX4" fmla="*/ 380047 w 381000"/>
                  <a:gd name="connsiteY4" fmla="*/ 269558 h 276225"/>
                  <a:gd name="connsiteX5" fmla="*/ 380047 w 381000"/>
                  <a:gd name="connsiteY5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194310" y="9525"/>
                    </a:moveTo>
                    <a:lnTo>
                      <a:pt x="194310" y="9525"/>
                    </a:lnTo>
                    <a:lnTo>
                      <a:pt x="9525" y="269558"/>
                    </a:lnTo>
                    <a:lnTo>
                      <a:pt x="9525" y="269558"/>
                    </a:lnTo>
                    <a:lnTo>
                      <a:pt x="380047" y="269558"/>
                    </a:lnTo>
                    <a:lnTo>
                      <a:pt x="380047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32" name="Полилиния: фигура 124">
                <a:extLst>
                  <a:ext uri="{FF2B5EF4-FFF2-40B4-BE49-F238E27FC236}">
                    <a16:creationId xmlns:a16="http://schemas.microsoft.com/office/drawing/2014/main" id="{59A13460-2DF9-4382-BBC7-C2717F754FAA}"/>
                  </a:ext>
                </a:extLst>
              </p:cNvPr>
              <p:cNvSpPr/>
              <p:nvPr/>
            </p:nvSpPr>
            <p:spPr>
              <a:xfrm>
                <a:off x="4850130" y="5742622"/>
                <a:ext cx="381000" cy="276225"/>
              </a:xfrm>
              <a:custGeom>
                <a:avLst/>
                <a:gdLst>
                  <a:gd name="connsiteX0" fmla="*/ 380048 w 381000"/>
                  <a:gd name="connsiteY0" fmla="*/ 268605 h 276225"/>
                  <a:gd name="connsiteX1" fmla="*/ 380048 w 381000"/>
                  <a:gd name="connsiteY1" fmla="*/ 268605 h 276225"/>
                  <a:gd name="connsiteX2" fmla="*/ 379095 w 381000"/>
                  <a:gd name="connsiteY2" fmla="*/ 267653 h 276225"/>
                  <a:gd name="connsiteX3" fmla="*/ 194310 w 381000"/>
                  <a:gd name="connsiteY3" fmla="*/ 9525 h 276225"/>
                  <a:gd name="connsiteX4" fmla="*/ 194310 w 381000"/>
                  <a:gd name="connsiteY4" fmla="*/ 9525 h 276225"/>
                  <a:gd name="connsiteX5" fmla="*/ 9525 w 381000"/>
                  <a:gd name="connsiteY5" fmla="*/ 268605 h 276225"/>
                  <a:gd name="connsiteX6" fmla="*/ 9525 w 381000"/>
                  <a:gd name="connsiteY6" fmla="*/ 268605 h 276225"/>
                  <a:gd name="connsiteX7" fmla="*/ 378142 w 381000"/>
                  <a:gd name="connsiteY7" fmla="*/ 268605 h 276225"/>
                  <a:gd name="connsiteX8" fmla="*/ 380048 w 381000"/>
                  <a:gd name="connsiteY8" fmla="*/ 268605 h 276225"/>
                  <a:gd name="connsiteX9" fmla="*/ 380048 w 381000"/>
                  <a:gd name="connsiteY9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1000" h="276225">
                    <a:moveTo>
                      <a:pt x="380048" y="268605"/>
                    </a:moveTo>
                    <a:lnTo>
                      <a:pt x="380048" y="268605"/>
                    </a:lnTo>
                    <a:lnTo>
                      <a:pt x="379095" y="267653"/>
                    </a:ln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9525" y="268605"/>
                    </a:lnTo>
                    <a:lnTo>
                      <a:pt x="9525" y="268605"/>
                    </a:lnTo>
                    <a:lnTo>
                      <a:pt x="378142" y="268605"/>
                    </a:lnTo>
                    <a:lnTo>
                      <a:pt x="380048" y="268605"/>
                    </a:lnTo>
                    <a:lnTo>
                      <a:pt x="380048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33" name="Полилиния: фигура 125">
                <a:extLst>
                  <a:ext uri="{FF2B5EF4-FFF2-40B4-BE49-F238E27FC236}">
                    <a16:creationId xmlns:a16="http://schemas.microsoft.com/office/drawing/2014/main" id="{1D89885C-6D80-4037-A715-4ED7A2D30369}"/>
                  </a:ext>
                </a:extLst>
              </p:cNvPr>
              <p:cNvSpPr/>
              <p:nvPr/>
            </p:nvSpPr>
            <p:spPr>
              <a:xfrm>
                <a:off x="5775960" y="4703444"/>
                <a:ext cx="381000" cy="276225"/>
              </a:xfrm>
              <a:custGeom>
                <a:avLst/>
                <a:gdLst>
                  <a:gd name="connsiteX0" fmla="*/ 376237 w 381000"/>
                  <a:gd name="connsiteY0" fmla="*/ 9525 h 276225"/>
                  <a:gd name="connsiteX1" fmla="*/ 9525 w 381000"/>
                  <a:gd name="connsiteY1" fmla="*/ 9525 h 276225"/>
                  <a:gd name="connsiteX2" fmla="*/ 193358 w 381000"/>
                  <a:gd name="connsiteY2" fmla="*/ 265748 h 276225"/>
                  <a:gd name="connsiteX3" fmla="*/ 195262 w 381000"/>
                  <a:gd name="connsiteY3" fmla="*/ 268605 h 276225"/>
                  <a:gd name="connsiteX4" fmla="*/ 380047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76237" y="9525"/>
                    </a:moveTo>
                    <a:lnTo>
                      <a:pt x="9525" y="9525"/>
                    </a:lnTo>
                    <a:lnTo>
                      <a:pt x="193358" y="265748"/>
                    </a:lnTo>
                    <a:lnTo>
                      <a:pt x="195262" y="268605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34" name="Полилиния: фигура 126">
                <a:extLst>
                  <a:ext uri="{FF2B5EF4-FFF2-40B4-BE49-F238E27FC236}">
                    <a16:creationId xmlns:a16="http://schemas.microsoft.com/office/drawing/2014/main" id="{40C3707C-6FFF-44C7-B423-FA9269F501FF}"/>
                  </a:ext>
                </a:extLst>
              </p:cNvPr>
              <p:cNvSpPr/>
              <p:nvPr/>
            </p:nvSpPr>
            <p:spPr>
              <a:xfrm>
                <a:off x="6146482" y="4183379"/>
                <a:ext cx="381000" cy="276225"/>
              </a:xfrm>
              <a:custGeom>
                <a:avLst/>
                <a:gdLst>
                  <a:gd name="connsiteX0" fmla="*/ 380048 w 381000"/>
                  <a:gd name="connsiteY0" fmla="*/ 9525 h 276225"/>
                  <a:gd name="connsiteX1" fmla="*/ 374333 w 381000"/>
                  <a:gd name="connsiteY1" fmla="*/ 9525 h 276225"/>
                  <a:gd name="connsiteX2" fmla="*/ 9525 w 381000"/>
                  <a:gd name="connsiteY2" fmla="*/ 9525 h 276225"/>
                  <a:gd name="connsiteX3" fmla="*/ 192405 w 381000"/>
                  <a:gd name="connsiteY3" fmla="*/ 265748 h 276225"/>
                  <a:gd name="connsiteX4" fmla="*/ 195262 w 381000"/>
                  <a:gd name="connsiteY4" fmla="*/ 269558 h 276225"/>
                  <a:gd name="connsiteX5" fmla="*/ 195262 w 381000"/>
                  <a:gd name="connsiteY5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380048" y="9525"/>
                    </a:moveTo>
                    <a:lnTo>
                      <a:pt x="374333" y="9525"/>
                    </a:lnTo>
                    <a:lnTo>
                      <a:pt x="9525" y="9525"/>
                    </a:lnTo>
                    <a:lnTo>
                      <a:pt x="192405" y="265748"/>
                    </a:lnTo>
                    <a:lnTo>
                      <a:pt x="195262" y="269558"/>
                    </a:lnTo>
                    <a:lnTo>
                      <a:pt x="195262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35" name="Полилиния: фигура 127">
                <a:extLst>
                  <a:ext uri="{FF2B5EF4-FFF2-40B4-BE49-F238E27FC236}">
                    <a16:creationId xmlns:a16="http://schemas.microsoft.com/office/drawing/2014/main" id="{2FF255F7-7D02-46A5-A6B4-3FDDA3A8FD74}"/>
                  </a:ext>
                </a:extLst>
              </p:cNvPr>
              <p:cNvSpPr/>
              <p:nvPr/>
            </p:nvSpPr>
            <p:spPr>
              <a:xfrm>
                <a:off x="5591175" y="4962525"/>
                <a:ext cx="381000" cy="276225"/>
              </a:xfrm>
              <a:custGeom>
                <a:avLst/>
                <a:gdLst>
                  <a:gd name="connsiteX0" fmla="*/ 380047 w 381000"/>
                  <a:gd name="connsiteY0" fmla="*/ 9525 h 276225"/>
                  <a:gd name="connsiteX1" fmla="*/ 380047 w 381000"/>
                  <a:gd name="connsiteY1" fmla="*/ 9525 h 276225"/>
                  <a:gd name="connsiteX2" fmla="*/ 376237 w 381000"/>
                  <a:gd name="connsiteY2" fmla="*/ 9525 h 276225"/>
                  <a:gd name="connsiteX3" fmla="*/ 9525 w 381000"/>
                  <a:gd name="connsiteY3" fmla="*/ 9525 h 276225"/>
                  <a:gd name="connsiteX4" fmla="*/ 193358 w 381000"/>
                  <a:gd name="connsiteY4" fmla="*/ 267653 h 276225"/>
                  <a:gd name="connsiteX5" fmla="*/ 194310 w 381000"/>
                  <a:gd name="connsiteY5" fmla="*/ 269557 h 276225"/>
                  <a:gd name="connsiteX6" fmla="*/ 194310 w 381000"/>
                  <a:gd name="connsiteY6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0" h="276225">
                    <a:moveTo>
                      <a:pt x="380047" y="9525"/>
                    </a:moveTo>
                    <a:lnTo>
                      <a:pt x="380047" y="9525"/>
                    </a:lnTo>
                    <a:lnTo>
                      <a:pt x="376237" y="9525"/>
                    </a:lnTo>
                    <a:lnTo>
                      <a:pt x="9525" y="9525"/>
                    </a:lnTo>
                    <a:lnTo>
                      <a:pt x="193358" y="267653"/>
                    </a:lnTo>
                    <a:lnTo>
                      <a:pt x="194310" y="269557"/>
                    </a:lnTo>
                    <a:lnTo>
                      <a:pt x="194310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36" name="Полилиния: фигура 128">
                <a:extLst>
                  <a:ext uri="{FF2B5EF4-FFF2-40B4-BE49-F238E27FC236}">
                    <a16:creationId xmlns:a16="http://schemas.microsoft.com/office/drawing/2014/main" id="{C78D9098-1D3A-46F3-8284-FAFD5B11E868}"/>
                  </a:ext>
                </a:extLst>
              </p:cNvPr>
              <p:cNvSpPr/>
              <p:nvPr/>
            </p:nvSpPr>
            <p:spPr>
              <a:xfrm>
                <a:off x="5961697" y="4183379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9558 h 276225"/>
                  <a:gd name="connsiteX1" fmla="*/ 380047 w 381000"/>
                  <a:gd name="connsiteY1" fmla="*/ 269558 h 276225"/>
                  <a:gd name="connsiteX2" fmla="*/ 377190 w 381000"/>
                  <a:gd name="connsiteY2" fmla="*/ 265748 h 276225"/>
                  <a:gd name="connsiteX3" fmla="*/ 194310 w 381000"/>
                  <a:gd name="connsiteY3" fmla="*/ 9525 h 276225"/>
                  <a:gd name="connsiteX4" fmla="*/ 194310 w 381000"/>
                  <a:gd name="connsiteY4" fmla="*/ 9525 h 276225"/>
                  <a:gd name="connsiteX5" fmla="*/ 9525 w 381000"/>
                  <a:gd name="connsiteY5" fmla="*/ 269558 h 276225"/>
                  <a:gd name="connsiteX6" fmla="*/ 9525 w 381000"/>
                  <a:gd name="connsiteY6" fmla="*/ 269558 h 276225"/>
                  <a:gd name="connsiteX7" fmla="*/ 374333 w 381000"/>
                  <a:gd name="connsiteY7" fmla="*/ 269558 h 276225"/>
                  <a:gd name="connsiteX8" fmla="*/ 380047 w 381000"/>
                  <a:gd name="connsiteY8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1000" h="276225">
                    <a:moveTo>
                      <a:pt x="380047" y="269558"/>
                    </a:moveTo>
                    <a:lnTo>
                      <a:pt x="380047" y="269558"/>
                    </a:lnTo>
                    <a:lnTo>
                      <a:pt x="377190" y="265748"/>
                    </a:ln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9525" y="269558"/>
                    </a:lnTo>
                    <a:lnTo>
                      <a:pt x="9525" y="269558"/>
                    </a:lnTo>
                    <a:lnTo>
                      <a:pt x="374333" y="269558"/>
                    </a:lnTo>
                    <a:lnTo>
                      <a:pt x="380047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37" name="Полилиния: фигура 129">
                <a:extLst>
                  <a:ext uri="{FF2B5EF4-FFF2-40B4-BE49-F238E27FC236}">
                    <a16:creationId xmlns:a16="http://schemas.microsoft.com/office/drawing/2014/main" id="{ADDFE72A-2336-4E79-9EC7-1696EA4FDF84}"/>
                  </a:ext>
                </a:extLst>
              </p:cNvPr>
              <p:cNvSpPr/>
              <p:nvPr/>
            </p:nvSpPr>
            <p:spPr>
              <a:xfrm>
                <a:off x="5591175" y="4703444"/>
                <a:ext cx="381000" cy="276225"/>
              </a:xfrm>
              <a:custGeom>
                <a:avLst/>
                <a:gdLst>
                  <a:gd name="connsiteX0" fmla="*/ 378143 w 381000"/>
                  <a:gd name="connsiteY0" fmla="*/ 265748 h 276225"/>
                  <a:gd name="connsiteX1" fmla="*/ 194310 w 381000"/>
                  <a:gd name="connsiteY1" fmla="*/ 9525 h 276225"/>
                  <a:gd name="connsiteX2" fmla="*/ 194310 w 381000"/>
                  <a:gd name="connsiteY2" fmla="*/ 9525 h 276225"/>
                  <a:gd name="connsiteX3" fmla="*/ 9525 w 381000"/>
                  <a:gd name="connsiteY3" fmla="*/ 268605 h 276225"/>
                  <a:gd name="connsiteX4" fmla="*/ 9525 w 381000"/>
                  <a:gd name="connsiteY4" fmla="*/ 268605 h 276225"/>
                  <a:gd name="connsiteX5" fmla="*/ 376237 w 381000"/>
                  <a:gd name="connsiteY5" fmla="*/ 268605 h 276225"/>
                  <a:gd name="connsiteX6" fmla="*/ 380047 w 381000"/>
                  <a:gd name="connsiteY6" fmla="*/ 268605 h 276225"/>
                  <a:gd name="connsiteX7" fmla="*/ 380047 w 381000"/>
                  <a:gd name="connsiteY7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378143" y="265748"/>
                    </a:move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9525" y="268605"/>
                    </a:lnTo>
                    <a:lnTo>
                      <a:pt x="9525" y="268605"/>
                    </a:lnTo>
                    <a:lnTo>
                      <a:pt x="376237" y="268605"/>
                    </a:lnTo>
                    <a:lnTo>
                      <a:pt x="380047" y="268605"/>
                    </a:lnTo>
                    <a:lnTo>
                      <a:pt x="380047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38" name="Полилиния: фигура 130">
                <a:extLst>
                  <a:ext uri="{FF2B5EF4-FFF2-40B4-BE49-F238E27FC236}">
                    <a16:creationId xmlns:a16="http://schemas.microsoft.com/office/drawing/2014/main" id="{97F201F4-B34A-4B11-8123-5FF12E51533F}"/>
                  </a:ext>
                </a:extLst>
              </p:cNvPr>
              <p:cNvSpPr/>
              <p:nvPr/>
            </p:nvSpPr>
            <p:spPr>
              <a:xfrm>
                <a:off x="5220653" y="5222557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9558 h 276225"/>
                  <a:gd name="connsiteX1" fmla="*/ 378142 w 381000"/>
                  <a:gd name="connsiteY1" fmla="*/ 267653 h 276225"/>
                  <a:gd name="connsiteX2" fmla="*/ 194310 w 381000"/>
                  <a:gd name="connsiteY2" fmla="*/ 9525 h 276225"/>
                  <a:gd name="connsiteX3" fmla="*/ 194310 w 381000"/>
                  <a:gd name="connsiteY3" fmla="*/ 9525 h 276225"/>
                  <a:gd name="connsiteX4" fmla="*/ 9525 w 381000"/>
                  <a:gd name="connsiteY4" fmla="*/ 269558 h 276225"/>
                  <a:gd name="connsiteX5" fmla="*/ 9525 w 381000"/>
                  <a:gd name="connsiteY5" fmla="*/ 269558 h 276225"/>
                  <a:gd name="connsiteX6" fmla="*/ 377190 w 381000"/>
                  <a:gd name="connsiteY6" fmla="*/ 269558 h 276225"/>
                  <a:gd name="connsiteX7" fmla="*/ 380047 w 381000"/>
                  <a:gd name="connsiteY7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380047" y="269558"/>
                    </a:moveTo>
                    <a:lnTo>
                      <a:pt x="378142" y="267653"/>
                    </a:ln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9525" y="269558"/>
                    </a:lnTo>
                    <a:lnTo>
                      <a:pt x="9525" y="269558"/>
                    </a:lnTo>
                    <a:lnTo>
                      <a:pt x="377190" y="269558"/>
                    </a:lnTo>
                    <a:lnTo>
                      <a:pt x="380047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39" name="Полилиния: фигура 131">
                <a:extLst>
                  <a:ext uri="{FF2B5EF4-FFF2-40B4-BE49-F238E27FC236}">
                    <a16:creationId xmlns:a16="http://schemas.microsoft.com/office/drawing/2014/main" id="{96E9FEBB-1AA1-4F59-9EC3-D64C8083AD77}"/>
                  </a:ext>
                </a:extLst>
              </p:cNvPr>
              <p:cNvSpPr/>
              <p:nvPr/>
            </p:nvSpPr>
            <p:spPr>
              <a:xfrm>
                <a:off x="5220653" y="5482590"/>
                <a:ext cx="381000" cy="276225"/>
              </a:xfrm>
              <a:custGeom>
                <a:avLst/>
                <a:gdLst>
                  <a:gd name="connsiteX0" fmla="*/ 377190 w 381000"/>
                  <a:gd name="connsiteY0" fmla="*/ 9525 h 276225"/>
                  <a:gd name="connsiteX1" fmla="*/ 9525 w 381000"/>
                  <a:gd name="connsiteY1" fmla="*/ 9525 h 276225"/>
                  <a:gd name="connsiteX2" fmla="*/ 193357 w 381000"/>
                  <a:gd name="connsiteY2" fmla="*/ 267653 h 276225"/>
                  <a:gd name="connsiteX3" fmla="*/ 194310 w 381000"/>
                  <a:gd name="connsiteY3" fmla="*/ 268605 h 276225"/>
                  <a:gd name="connsiteX4" fmla="*/ 194310 w 381000"/>
                  <a:gd name="connsiteY4" fmla="*/ 268605 h 276225"/>
                  <a:gd name="connsiteX5" fmla="*/ 380047 w 381000"/>
                  <a:gd name="connsiteY5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377190" y="9525"/>
                    </a:moveTo>
                    <a:lnTo>
                      <a:pt x="9525" y="9525"/>
                    </a:lnTo>
                    <a:lnTo>
                      <a:pt x="193357" y="267653"/>
                    </a:lnTo>
                    <a:lnTo>
                      <a:pt x="194310" y="268605"/>
                    </a:lnTo>
                    <a:lnTo>
                      <a:pt x="194310" y="268605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40" name="Полилиния: фигура 132">
                <a:extLst>
                  <a:ext uri="{FF2B5EF4-FFF2-40B4-BE49-F238E27FC236}">
                    <a16:creationId xmlns:a16="http://schemas.microsoft.com/office/drawing/2014/main" id="{12EF5EA9-3342-42CB-94B6-47BA17218DA0}"/>
                  </a:ext>
                </a:extLst>
              </p:cNvPr>
              <p:cNvSpPr/>
              <p:nvPr/>
            </p:nvSpPr>
            <p:spPr>
              <a:xfrm>
                <a:off x="5405438" y="5222557"/>
                <a:ext cx="381000" cy="276225"/>
              </a:xfrm>
              <a:custGeom>
                <a:avLst/>
                <a:gdLst>
                  <a:gd name="connsiteX0" fmla="*/ 377190 w 381000"/>
                  <a:gd name="connsiteY0" fmla="*/ 9525 h 276225"/>
                  <a:gd name="connsiteX1" fmla="*/ 9525 w 381000"/>
                  <a:gd name="connsiteY1" fmla="*/ 9525 h 276225"/>
                  <a:gd name="connsiteX2" fmla="*/ 193358 w 381000"/>
                  <a:gd name="connsiteY2" fmla="*/ 267653 h 276225"/>
                  <a:gd name="connsiteX3" fmla="*/ 195262 w 381000"/>
                  <a:gd name="connsiteY3" fmla="*/ 269558 h 276225"/>
                  <a:gd name="connsiteX4" fmla="*/ 380047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77190" y="9525"/>
                    </a:moveTo>
                    <a:lnTo>
                      <a:pt x="9525" y="9525"/>
                    </a:lnTo>
                    <a:lnTo>
                      <a:pt x="193358" y="267653"/>
                    </a:lnTo>
                    <a:lnTo>
                      <a:pt x="195262" y="269558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41" name="Полилиния: фигура 133">
                <a:extLst>
                  <a:ext uri="{FF2B5EF4-FFF2-40B4-BE49-F238E27FC236}">
                    <a16:creationId xmlns:a16="http://schemas.microsoft.com/office/drawing/2014/main" id="{B8B90FF7-C709-4F0F-869D-4A32DAC20890}"/>
                  </a:ext>
                </a:extLst>
              </p:cNvPr>
              <p:cNvSpPr/>
              <p:nvPr/>
            </p:nvSpPr>
            <p:spPr>
              <a:xfrm>
                <a:off x="5405438" y="4962525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9557 h 276225"/>
                  <a:gd name="connsiteX1" fmla="*/ 380047 w 381000"/>
                  <a:gd name="connsiteY1" fmla="*/ 269557 h 276225"/>
                  <a:gd name="connsiteX2" fmla="*/ 379095 w 381000"/>
                  <a:gd name="connsiteY2" fmla="*/ 267653 h 276225"/>
                  <a:gd name="connsiteX3" fmla="*/ 195262 w 381000"/>
                  <a:gd name="connsiteY3" fmla="*/ 9525 h 276225"/>
                  <a:gd name="connsiteX4" fmla="*/ 195262 w 381000"/>
                  <a:gd name="connsiteY4" fmla="*/ 9525 h 276225"/>
                  <a:gd name="connsiteX5" fmla="*/ 9525 w 381000"/>
                  <a:gd name="connsiteY5" fmla="*/ 269557 h 276225"/>
                  <a:gd name="connsiteX6" fmla="*/ 9525 w 381000"/>
                  <a:gd name="connsiteY6" fmla="*/ 269557 h 276225"/>
                  <a:gd name="connsiteX7" fmla="*/ 377190 w 381000"/>
                  <a:gd name="connsiteY7" fmla="*/ 269557 h 276225"/>
                  <a:gd name="connsiteX8" fmla="*/ 380047 w 381000"/>
                  <a:gd name="connsiteY8" fmla="*/ 269557 h 276225"/>
                  <a:gd name="connsiteX9" fmla="*/ 380047 w 381000"/>
                  <a:gd name="connsiteY9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1000" h="276225">
                    <a:moveTo>
                      <a:pt x="380047" y="269557"/>
                    </a:moveTo>
                    <a:lnTo>
                      <a:pt x="380047" y="269557"/>
                    </a:lnTo>
                    <a:lnTo>
                      <a:pt x="379095" y="267653"/>
                    </a:lnTo>
                    <a:lnTo>
                      <a:pt x="195262" y="9525"/>
                    </a:lnTo>
                    <a:lnTo>
                      <a:pt x="195262" y="9525"/>
                    </a:lnTo>
                    <a:lnTo>
                      <a:pt x="9525" y="269557"/>
                    </a:lnTo>
                    <a:lnTo>
                      <a:pt x="9525" y="269557"/>
                    </a:lnTo>
                    <a:lnTo>
                      <a:pt x="377190" y="269557"/>
                    </a:lnTo>
                    <a:lnTo>
                      <a:pt x="380047" y="269557"/>
                    </a:lnTo>
                    <a:lnTo>
                      <a:pt x="380047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42" name="Полилиния: фигура 134">
                <a:extLst>
                  <a:ext uri="{FF2B5EF4-FFF2-40B4-BE49-F238E27FC236}">
                    <a16:creationId xmlns:a16="http://schemas.microsoft.com/office/drawing/2014/main" id="{410D0D83-EBDB-4F30-9106-B36DF25B7137}"/>
                  </a:ext>
                </a:extLst>
              </p:cNvPr>
              <p:cNvSpPr/>
              <p:nvPr/>
            </p:nvSpPr>
            <p:spPr>
              <a:xfrm>
                <a:off x="5775960" y="4443412"/>
                <a:ext cx="381000" cy="276225"/>
              </a:xfrm>
              <a:custGeom>
                <a:avLst/>
                <a:gdLst>
                  <a:gd name="connsiteX0" fmla="*/ 9525 w 381000"/>
                  <a:gd name="connsiteY0" fmla="*/ 268605 h 276225"/>
                  <a:gd name="connsiteX1" fmla="*/ 9525 w 381000"/>
                  <a:gd name="connsiteY1" fmla="*/ 269557 h 276225"/>
                  <a:gd name="connsiteX2" fmla="*/ 376237 w 381000"/>
                  <a:gd name="connsiteY2" fmla="*/ 269557 h 276225"/>
                  <a:gd name="connsiteX3" fmla="*/ 380047 w 381000"/>
                  <a:gd name="connsiteY3" fmla="*/ 269557 h 276225"/>
                  <a:gd name="connsiteX4" fmla="*/ 195262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9525" y="268605"/>
                    </a:moveTo>
                    <a:lnTo>
                      <a:pt x="9525" y="269557"/>
                    </a:lnTo>
                    <a:lnTo>
                      <a:pt x="376237" y="269557"/>
                    </a:lnTo>
                    <a:lnTo>
                      <a:pt x="380047" y="269557"/>
                    </a:lnTo>
                    <a:lnTo>
                      <a:pt x="195262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43" name="Полилиния: фигура 135">
                <a:extLst>
                  <a:ext uri="{FF2B5EF4-FFF2-40B4-BE49-F238E27FC236}">
                    <a16:creationId xmlns:a16="http://schemas.microsoft.com/office/drawing/2014/main" id="{DBF05721-7D12-4CBD-8CA9-291A157D68C9}"/>
                  </a:ext>
                </a:extLst>
              </p:cNvPr>
              <p:cNvSpPr/>
              <p:nvPr/>
            </p:nvSpPr>
            <p:spPr>
              <a:xfrm>
                <a:off x="5961697" y="4443412"/>
                <a:ext cx="381000" cy="276225"/>
              </a:xfrm>
              <a:custGeom>
                <a:avLst/>
                <a:gdLst>
                  <a:gd name="connsiteX0" fmla="*/ 380047 w 381000"/>
                  <a:gd name="connsiteY0" fmla="*/ 9525 h 276225"/>
                  <a:gd name="connsiteX1" fmla="*/ 374333 w 381000"/>
                  <a:gd name="connsiteY1" fmla="*/ 9525 h 276225"/>
                  <a:gd name="connsiteX2" fmla="*/ 9525 w 381000"/>
                  <a:gd name="connsiteY2" fmla="*/ 9525 h 276225"/>
                  <a:gd name="connsiteX3" fmla="*/ 9525 w 381000"/>
                  <a:gd name="connsiteY3" fmla="*/ 9525 h 276225"/>
                  <a:gd name="connsiteX4" fmla="*/ 194310 w 381000"/>
                  <a:gd name="connsiteY4" fmla="*/ 269557 h 276225"/>
                  <a:gd name="connsiteX5" fmla="*/ 194310 w 381000"/>
                  <a:gd name="connsiteY5" fmla="*/ 269557 h 276225"/>
                  <a:gd name="connsiteX6" fmla="*/ 194310 w 381000"/>
                  <a:gd name="connsiteY6" fmla="*/ 268605 h 276225"/>
                  <a:gd name="connsiteX7" fmla="*/ 194310 w 381000"/>
                  <a:gd name="connsiteY7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380047" y="9525"/>
                    </a:moveTo>
                    <a:lnTo>
                      <a:pt x="374333" y="9525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194310" y="269557"/>
                    </a:lnTo>
                    <a:lnTo>
                      <a:pt x="194310" y="269557"/>
                    </a:lnTo>
                    <a:lnTo>
                      <a:pt x="194310" y="268605"/>
                    </a:lnTo>
                    <a:lnTo>
                      <a:pt x="194310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44" name="Полилиния: фигура 136">
                <a:extLst>
                  <a:ext uri="{FF2B5EF4-FFF2-40B4-BE49-F238E27FC236}">
                    <a16:creationId xmlns:a16="http://schemas.microsoft.com/office/drawing/2014/main" id="{2F8841AD-3B02-4D1A-8874-746F33E04488}"/>
                  </a:ext>
                </a:extLst>
              </p:cNvPr>
              <p:cNvSpPr/>
              <p:nvPr/>
            </p:nvSpPr>
            <p:spPr>
              <a:xfrm>
                <a:off x="4850130" y="2105025"/>
                <a:ext cx="381000" cy="276225"/>
              </a:xfrm>
              <a:custGeom>
                <a:avLst/>
                <a:gdLst>
                  <a:gd name="connsiteX0" fmla="*/ 380048 w 381000"/>
                  <a:gd name="connsiteY0" fmla="*/ 268605 h 276225"/>
                  <a:gd name="connsiteX1" fmla="*/ 378142 w 381000"/>
                  <a:gd name="connsiteY1" fmla="*/ 268605 h 276225"/>
                  <a:gd name="connsiteX2" fmla="*/ 9525 w 381000"/>
                  <a:gd name="connsiteY2" fmla="*/ 268605 h 276225"/>
                  <a:gd name="connsiteX3" fmla="*/ 194310 w 381000"/>
                  <a:gd name="connsiteY3" fmla="*/ 9525 h 276225"/>
                  <a:gd name="connsiteX4" fmla="*/ 194310 w 381000"/>
                  <a:gd name="connsiteY4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80048" y="268605"/>
                    </a:moveTo>
                    <a:lnTo>
                      <a:pt x="378142" y="268605"/>
                    </a:lnTo>
                    <a:lnTo>
                      <a:pt x="9525" y="268605"/>
                    </a:lnTo>
                    <a:lnTo>
                      <a:pt x="194310" y="9525"/>
                    </a:lnTo>
                    <a:lnTo>
                      <a:pt x="194310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45" name="Полилиния: фигура 137">
                <a:extLst>
                  <a:ext uri="{FF2B5EF4-FFF2-40B4-BE49-F238E27FC236}">
                    <a16:creationId xmlns:a16="http://schemas.microsoft.com/office/drawing/2014/main" id="{DB49EB14-B216-4392-9F87-D4D0CEE8320B}"/>
                  </a:ext>
                </a:extLst>
              </p:cNvPr>
              <p:cNvSpPr/>
              <p:nvPr/>
            </p:nvSpPr>
            <p:spPr>
              <a:xfrm>
                <a:off x="4664392" y="2105025"/>
                <a:ext cx="381000" cy="276225"/>
              </a:xfrm>
              <a:custGeom>
                <a:avLst/>
                <a:gdLst>
                  <a:gd name="connsiteX0" fmla="*/ 380048 w 381000"/>
                  <a:gd name="connsiteY0" fmla="*/ 9525 h 276225"/>
                  <a:gd name="connsiteX1" fmla="*/ 380048 w 381000"/>
                  <a:gd name="connsiteY1" fmla="*/ 9525 h 276225"/>
                  <a:gd name="connsiteX2" fmla="*/ 195262 w 381000"/>
                  <a:gd name="connsiteY2" fmla="*/ 268605 h 276225"/>
                  <a:gd name="connsiteX3" fmla="*/ 195262 w 381000"/>
                  <a:gd name="connsiteY3" fmla="*/ 268605 h 276225"/>
                  <a:gd name="connsiteX4" fmla="*/ 9525 w 381000"/>
                  <a:gd name="connsiteY4" fmla="*/ 9525 h 276225"/>
                  <a:gd name="connsiteX5" fmla="*/ 9525 w 381000"/>
                  <a:gd name="connsiteY5" fmla="*/ 9525 h 276225"/>
                  <a:gd name="connsiteX6" fmla="*/ 380048 w 381000"/>
                  <a:gd name="connsiteY6" fmla="*/ 9525 h 276225"/>
                  <a:gd name="connsiteX7" fmla="*/ 380048 w 381000"/>
                  <a:gd name="connsiteY7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380048" y="9525"/>
                    </a:moveTo>
                    <a:lnTo>
                      <a:pt x="380048" y="9525"/>
                    </a:lnTo>
                    <a:lnTo>
                      <a:pt x="195262" y="268605"/>
                    </a:lnTo>
                    <a:lnTo>
                      <a:pt x="195262" y="268605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380048" y="9525"/>
                    </a:lnTo>
                    <a:lnTo>
                      <a:pt x="38004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46" name="Полилиния: фигура 138">
                <a:extLst>
                  <a:ext uri="{FF2B5EF4-FFF2-40B4-BE49-F238E27FC236}">
                    <a16:creationId xmlns:a16="http://schemas.microsoft.com/office/drawing/2014/main" id="{0A360914-3052-4B7D-8A90-48F2AAFAD5CB}"/>
                  </a:ext>
                </a:extLst>
              </p:cNvPr>
              <p:cNvSpPr/>
              <p:nvPr/>
            </p:nvSpPr>
            <p:spPr>
              <a:xfrm>
                <a:off x="5034915" y="2624137"/>
                <a:ext cx="381000" cy="276225"/>
              </a:xfrm>
              <a:custGeom>
                <a:avLst/>
                <a:gdLst>
                  <a:gd name="connsiteX0" fmla="*/ 380047 w 381000"/>
                  <a:gd name="connsiteY0" fmla="*/ 9525 h 276225"/>
                  <a:gd name="connsiteX1" fmla="*/ 380047 w 381000"/>
                  <a:gd name="connsiteY1" fmla="*/ 9525 h 276225"/>
                  <a:gd name="connsiteX2" fmla="*/ 379095 w 381000"/>
                  <a:gd name="connsiteY2" fmla="*/ 11430 h 276225"/>
                  <a:gd name="connsiteX3" fmla="*/ 195262 w 381000"/>
                  <a:gd name="connsiteY3" fmla="*/ 269558 h 276225"/>
                  <a:gd name="connsiteX4" fmla="*/ 195262 w 381000"/>
                  <a:gd name="connsiteY4" fmla="*/ 269558 h 276225"/>
                  <a:gd name="connsiteX5" fmla="*/ 9525 w 381000"/>
                  <a:gd name="connsiteY5" fmla="*/ 9525 h 276225"/>
                  <a:gd name="connsiteX6" fmla="*/ 9525 w 381000"/>
                  <a:gd name="connsiteY6" fmla="*/ 9525 h 276225"/>
                  <a:gd name="connsiteX7" fmla="*/ 378142 w 381000"/>
                  <a:gd name="connsiteY7" fmla="*/ 9525 h 276225"/>
                  <a:gd name="connsiteX8" fmla="*/ 380047 w 381000"/>
                  <a:gd name="connsiteY8" fmla="*/ 9525 h 276225"/>
                  <a:gd name="connsiteX9" fmla="*/ 380047 w 381000"/>
                  <a:gd name="connsiteY9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1000" h="276225">
                    <a:moveTo>
                      <a:pt x="380047" y="9525"/>
                    </a:moveTo>
                    <a:lnTo>
                      <a:pt x="380047" y="9525"/>
                    </a:lnTo>
                    <a:lnTo>
                      <a:pt x="379095" y="11430"/>
                    </a:lnTo>
                    <a:lnTo>
                      <a:pt x="195262" y="269558"/>
                    </a:lnTo>
                    <a:lnTo>
                      <a:pt x="195262" y="269558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378142" y="9525"/>
                    </a:lnTo>
                    <a:lnTo>
                      <a:pt x="380047" y="9525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47" name="Полилиния: фигура 139">
                <a:extLst>
                  <a:ext uri="{FF2B5EF4-FFF2-40B4-BE49-F238E27FC236}">
                    <a16:creationId xmlns:a16="http://schemas.microsoft.com/office/drawing/2014/main" id="{F43CC11D-1866-4917-8BC4-D3128205B7A3}"/>
                  </a:ext>
                </a:extLst>
              </p:cNvPr>
              <p:cNvSpPr/>
              <p:nvPr/>
            </p:nvSpPr>
            <p:spPr>
              <a:xfrm>
                <a:off x="5034915" y="2364105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9557 h 276225"/>
                  <a:gd name="connsiteX1" fmla="*/ 380047 w 381000"/>
                  <a:gd name="connsiteY1" fmla="*/ 269557 h 276225"/>
                  <a:gd name="connsiteX2" fmla="*/ 378142 w 381000"/>
                  <a:gd name="connsiteY2" fmla="*/ 269557 h 276225"/>
                  <a:gd name="connsiteX3" fmla="*/ 9525 w 381000"/>
                  <a:gd name="connsiteY3" fmla="*/ 269557 h 276225"/>
                  <a:gd name="connsiteX4" fmla="*/ 194310 w 381000"/>
                  <a:gd name="connsiteY4" fmla="*/ 10477 h 276225"/>
                  <a:gd name="connsiteX5" fmla="*/ 195262 w 381000"/>
                  <a:gd name="connsiteY5" fmla="*/ 9525 h 276225"/>
                  <a:gd name="connsiteX6" fmla="*/ 195262 w 381000"/>
                  <a:gd name="connsiteY6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0" h="276225">
                    <a:moveTo>
                      <a:pt x="380047" y="269557"/>
                    </a:moveTo>
                    <a:lnTo>
                      <a:pt x="380047" y="269557"/>
                    </a:lnTo>
                    <a:lnTo>
                      <a:pt x="378142" y="269557"/>
                    </a:lnTo>
                    <a:lnTo>
                      <a:pt x="9525" y="269557"/>
                    </a:lnTo>
                    <a:lnTo>
                      <a:pt x="194310" y="10477"/>
                    </a:lnTo>
                    <a:lnTo>
                      <a:pt x="195262" y="9525"/>
                    </a:lnTo>
                    <a:lnTo>
                      <a:pt x="195262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48" name="Полилиния: фигура 140">
                <a:extLst>
                  <a:ext uri="{FF2B5EF4-FFF2-40B4-BE49-F238E27FC236}">
                    <a16:creationId xmlns:a16="http://schemas.microsoft.com/office/drawing/2014/main" id="{58FA6F10-C21F-4206-A505-E03CCC8AADA4}"/>
                  </a:ext>
                </a:extLst>
              </p:cNvPr>
              <p:cNvSpPr/>
              <p:nvPr/>
            </p:nvSpPr>
            <p:spPr>
              <a:xfrm>
                <a:off x="4664392" y="1844992"/>
                <a:ext cx="381000" cy="276225"/>
              </a:xfrm>
              <a:custGeom>
                <a:avLst/>
                <a:gdLst>
                  <a:gd name="connsiteX0" fmla="*/ 380048 w 381000"/>
                  <a:gd name="connsiteY0" fmla="*/ 269557 h 276225"/>
                  <a:gd name="connsiteX1" fmla="*/ 380048 w 381000"/>
                  <a:gd name="connsiteY1" fmla="*/ 269557 h 276225"/>
                  <a:gd name="connsiteX2" fmla="*/ 9525 w 381000"/>
                  <a:gd name="connsiteY2" fmla="*/ 269557 h 276225"/>
                  <a:gd name="connsiteX3" fmla="*/ 195262 w 381000"/>
                  <a:gd name="connsiteY3" fmla="*/ 9525 h 276225"/>
                  <a:gd name="connsiteX4" fmla="*/ 229553 w 381000"/>
                  <a:gd name="connsiteY4" fmla="*/ 58102 h 276225"/>
                  <a:gd name="connsiteX5" fmla="*/ 229553 w 381000"/>
                  <a:gd name="connsiteY5" fmla="*/ 58102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380048" y="269557"/>
                    </a:moveTo>
                    <a:lnTo>
                      <a:pt x="380048" y="269557"/>
                    </a:lnTo>
                    <a:lnTo>
                      <a:pt x="9525" y="269557"/>
                    </a:lnTo>
                    <a:lnTo>
                      <a:pt x="195262" y="9525"/>
                    </a:lnTo>
                    <a:lnTo>
                      <a:pt x="229553" y="58102"/>
                    </a:lnTo>
                    <a:lnTo>
                      <a:pt x="229553" y="58102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49" name="Полилиния: фигура 141">
                <a:extLst>
                  <a:ext uri="{FF2B5EF4-FFF2-40B4-BE49-F238E27FC236}">
                    <a16:creationId xmlns:a16="http://schemas.microsoft.com/office/drawing/2014/main" id="{93CEA908-60FE-4672-8AA7-693D70436ABE}"/>
                  </a:ext>
                </a:extLst>
              </p:cNvPr>
              <p:cNvSpPr/>
              <p:nvPr/>
            </p:nvSpPr>
            <p:spPr>
              <a:xfrm>
                <a:off x="4479608" y="1844992"/>
                <a:ext cx="381000" cy="276225"/>
              </a:xfrm>
              <a:custGeom>
                <a:avLst/>
                <a:gdLst>
                  <a:gd name="connsiteX0" fmla="*/ 194310 w 381000"/>
                  <a:gd name="connsiteY0" fmla="*/ 269557 h 276225"/>
                  <a:gd name="connsiteX1" fmla="*/ 194310 w 381000"/>
                  <a:gd name="connsiteY1" fmla="*/ 269557 h 276225"/>
                  <a:gd name="connsiteX2" fmla="*/ 9525 w 381000"/>
                  <a:gd name="connsiteY2" fmla="*/ 9525 h 276225"/>
                  <a:gd name="connsiteX3" fmla="*/ 9525 w 381000"/>
                  <a:gd name="connsiteY3" fmla="*/ 9525 h 276225"/>
                  <a:gd name="connsiteX4" fmla="*/ 380047 w 381000"/>
                  <a:gd name="connsiteY4" fmla="*/ 9525 h 276225"/>
                  <a:gd name="connsiteX5" fmla="*/ 380047 w 381000"/>
                  <a:gd name="connsiteY5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194310" y="269557"/>
                    </a:moveTo>
                    <a:lnTo>
                      <a:pt x="194310" y="269557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380047" y="9525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50" name="Полилиния: фигура 142">
                <a:extLst>
                  <a:ext uri="{FF2B5EF4-FFF2-40B4-BE49-F238E27FC236}">
                    <a16:creationId xmlns:a16="http://schemas.microsoft.com/office/drawing/2014/main" id="{9194D0A6-BCBE-4E48-B41B-BCD14C764D28}"/>
                  </a:ext>
                </a:extLst>
              </p:cNvPr>
              <p:cNvSpPr/>
              <p:nvPr/>
            </p:nvSpPr>
            <p:spPr>
              <a:xfrm>
                <a:off x="4850130" y="2364105"/>
                <a:ext cx="381000" cy="276225"/>
              </a:xfrm>
              <a:custGeom>
                <a:avLst/>
                <a:gdLst>
                  <a:gd name="connsiteX0" fmla="*/ 380048 w 381000"/>
                  <a:gd name="connsiteY0" fmla="*/ 9525 h 276225"/>
                  <a:gd name="connsiteX1" fmla="*/ 380048 w 381000"/>
                  <a:gd name="connsiteY1" fmla="*/ 9525 h 276225"/>
                  <a:gd name="connsiteX2" fmla="*/ 379095 w 381000"/>
                  <a:gd name="connsiteY2" fmla="*/ 10477 h 276225"/>
                  <a:gd name="connsiteX3" fmla="*/ 194310 w 381000"/>
                  <a:gd name="connsiteY3" fmla="*/ 269557 h 276225"/>
                  <a:gd name="connsiteX4" fmla="*/ 194310 w 381000"/>
                  <a:gd name="connsiteY4" fmla="*/ 269557 h 276225"/>
                  <a:gd name="connsiteX5" fmla="*/ 9525 w 381000"/>
                  <a:gd name="connsiteY5" fmla="*/ 9525 h 276225"/>
                  <a:gd name="connsiteX6" fmla="*/ 9525 w 381000"/>
                  <a:gd name="connsiteY6" fmla="*/ 9525 h 276225"/>
                  <a:gd name="connsiteX7" fmla="*/ 378142 w 381000"/>
                  <a:gd name="connsiteY7" fmla="*/ 9525 h 276225"/>
                  <a:gd name="connsiteX8" fmla="*/ 380048 w 381000"/>
                  <a:gd name="connsiteY8" fmla="*/ 9525 h 276225"/>
                  <a:gd name="connsiteX9" fmla="*/ 380048 w 381000"/>
                  <a:gd name="connsiteY9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1000" h="276225">
                    <a:moveTo>
                      <a:pt x="380048" y="9525"/>
                    </a:moveTo>
                    <a:lnTo>
                      <a:pt x="380048" y="9525"/>
                    </a:lnTo>
                    <a:lnTo>
                      <a:pt x="379095" y="10477"/>
                    </a:lnTo>
                    <a:lnTo>
                      <a:pt x="194310" y="269557"/>
                    </a:lnTo>
                    <a:lnTo>
                      <a:pt x="194310" y="269557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378142" y="9525"/>
                    </a:lnTo>
                    <a:lnTo>
                      <a:pt x="380048" y="9525"/>
                    </a:lnTo>
                    <a:lnTo>
                      <a:pt x="380048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51" name="Полилиния: фигура 143">
                <a:extLst>
                  <a:ext uri="{FF2B5EF4-FFF2-40B4-BE49-F238E27FC236}">
                    <a16:creationId xmlns:a16="http://schemas.microsoft.com/office/drawing/2014/main" id="{49BD53DA-1F0A-4BB8-B2DB-A7E6B4FBBC01}"/>
                  </a:ext>
                </a:extLst>
              </p:cNvPr>
              <p:cNvSpPr/>
              <p:nvPr/>
            </p:nvSpPr>
            <p:spPr>
              <a:xfrm>
                <a:off x="5775960" y="3404234"/>
                <a:ext cx="381000" cy="276225"/>
              </a:xfrm>
              <a:custGeom>
                <a:avLst/>
                <a:gdLst>
                  <a:gd name="connsiteX0" fmla="*/ 376237 w 381000"/>
                  <a:gd name="connsiteY0" fmla="*/ 268605 h 276225"/>
                  <a:gd name="connsiteX1" fmla="*/ 9525 w 381000"/>
                  <a:gd name="connsiteY1" fmla="*/ 268605 h 276225"/>
                  <a:gd name="connsiteX2" fmla="*/ 193358 w 381000"/>
                  <a:gd name="connsiteY2" fmla="*/ 11430 h 276225"/>
                  <a:gd name="connsiteX3" fmla="*/ 195262 w 381000"/>
                  <a:gd name="connsiteY3" fmla="*/ 9525 h 276225"/>
                  <a:gd name="connsiteX4" fmla="*/ 380047 w 381000"/>
                  <a:gd name="connsiteY4" fmla="*/ 26860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76237" y="268605"/>
                    </a:moveTo>
                    <a:lnTo>
                      <a:pt x="9525" y="268605"/>
                    </a:lnTo>
                    <a:lnTo>
                      <a:pt x="193358" y="11430"/>
                    </a:lnTo>
                    <a:lnTo>
                      <a:pt x="195262" y="9525"/>
                    </a:lnTo>
                    <a:lnTo>
                      <a:pt x="380047" y="26860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52" name="Полилиния: фигура 144">
                <a:extLst>
                  <a:ext uri="{FF2B5EF4-FFF2-40B4-BE49-F238E27FC236}">
                    <a16:creationId xmlns:a16="http://schemas.microsoft.com/office/drawing/2014/main" id="{208A030B-52C6-4A9B-943B-2F8FF337861D}"/>
                  </a:ext>
                </a:extLst>
              </p:cNvPr>
              <p:cNvSpPr/>
              <p:nvPr/>
            </p:nvSpPr>
            <p:spPr>
              <a:xfrm>
                <a:off x="6146482" y="3923347"/>
                <a:ext cx="381000" cy="276225"/>
              </a:xfrm>
              <a:custGeom>
                <a:avLst/>
                <a:gdLst>
                  <a:gd name="connsiteX0" fmla="*/ 380048 w 381000"/>
                  <a:gd name="connsiteY0" fmla="*/ 269558 h 276225"/>
                  <a:gd name="connsiteX1" fmla="*/ 374333 w 381000"/>
                  <a:gd name="connsiteY1" fmla="*/ 269558 h 276225"/>
                  <a:gd name="connsiteX2" fmla="*/ 9525 w 381000"/>
                  <a:gd name="connsiteY2" fmla="*/ 269558 h 276225"/>
                  <a:gd name="connsiteX3" fmla="*/ 192405 w 381000"/>
                  <a:gd name="connsiteY3" fmla="*/ 13335 h 276225"/>
                  <a:gd name="connsiteX4" fmla="*/ 195262 w 381000"/>
                  <a:gd name="connsiteY4" fmla="*/ 9525 h 276225"/>
                  <a:gd name="connsiteX5" fmla="*/ 195262 w 381000"/>
                  <a:gd name="connsiteY5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380048" y="269558"/>
                    </a:moveTo>
                    <a:lnTo>
                      <a:pt x="374333" y="269558"/>
                    </a:lnTo>
                    <a:lnTo>
                      <a:pt x="9525" y="269558"/>
                    </a:lnTo>
                    <a:lnTo>
                      <a:pt x="192405" y="13335"/>
                    </a:lnTo>
                    <a:lnTo>
                      <a:pt x="195262" y="9525"/>
                    </a:lnTo>
                    <a:lnTo>
                      <a:pt x="195262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53" name="Полилиния: фигура 145">
                <a:extLst>
                  <a:ext uri="{FF2B5EF4-FFF2-40B4-BE49-F238E27FC236}">
                    <a16:creationId xmlns:a16="http://schemas.microsoft.com/office/drawing/2014/main" id="{E7C2B381-798C-4A53-8222-3BC77DC7A623}"/>
                  </a:ext>
                </a:extLst>
              </p:cNvPr>
              <p:cNvSpPr/>
              <p:nvPr/>
            </p:nvSpPr>
            <p:spPr>
              <a:xfrm>
                <a:off x="5591175" y="3144202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8605 h 276225"/>
                  <a:gd name="connsiteX1" fmla="*/ 380047 w 381000"/>
                  <a:gd name="connsiteY1" fmla="*/ 268605 h 276225"/>
                  <a:gd name="connsiteX2" fmla="*/ 376237 w 381000"/>
                  <a:gd name="connsiteY2" fmla="*/ 268605 h 276225"/>
                  <a:gd name="connsiteX3" fmla="*/ 9525 w 381000"/>
                  <a:gd name="connsiteY3" fmla="*/ 268605 h 276225"/>
                  <a:gd name="connsiteX4" fmla="*/ 193358 w 381000"/>
                  <a:gd name="connsiteY4" fmla="*/ 11430 h 276225"/>
                  <a:gd name="connsiteX5" fmla="*/ 194310 w 381000"/>
                  <a:gd name="connsiteY5" fmla="*/ 9525 h 276225"/>
                  <a:gd name="connsiteX6" fmla="*/ 194310 w 381000"/>
                  <a:gd name="connsiteY6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0" h="276225">
                    <a:moveTo>
                      <a:pt x="380047" y="268605"/>
                    </a:moveTo>
                    <a:lnTo>
                      <a:pt x="380047" y="268605"/>
                    </a:lnTo>
                    <a:lnTo>
                      <a:pt x="376237" y="268605"/>
                    </a:lnTo>
                    <a:lnTo>
                      <a:pt x="9525" y="268605"/>
                    </a:lnTo>
                    <a:lnTo>
                      <a:pt x="193358" y="11430"/>
                    </a:lnTo>
                    <a:lnTo>
                      <a:pt x="194310" y="9525"/>
                    </a:lnTo>
                    <a:lnTo>
                      <a:pt x="194310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54" name="Полилиния: фигура 146">
                <a:extLst>
                  <a:ext uri="{FF2B5EF4-FFF2-40B4-BE49-F238E27FC236}">
                    <a16:creationId xmlns:a16="http://schemas.microsoft.com/office/drawing/2014/main" id="{9797D9B8-9CB4-4A3D-B83A-05CBD1D563C0}"/>
                  </a:ext>
                </a:extLst>
              </p:cNvPr>
              <p:cNvSpPr/>
              <p:nvPr/>
            </p:nvSpPr>
            <p:spPr>
              <a:xfrm>
                <a:off x="5961697" y="3923347"/>
                <a:ext cx="381000" cy="276225"/>
              </a:xfrm>
              <a:custGeom>
                <a:avLst/>
                <a:gdLst>
                  <a:gd name="connsiteX0" fmla="*/ 380047 w 381000"/>
                  <a:gd name="connsiteY0" fmla="*/ 9525 h 276225"/>
                  <a:gd name="connsiteX1" fmla="*/ 380047 w 381000"/>
                  <a:gd name="connsiteY1" fmla="*/ 9525 h 276225"/>
                  <a:gd name="connsiteX2" fmla="*/ 377190 w 381000"/>
                  <a:gd name="connsiteY2" fmla="*/ 13335 h 276225"/>
                  <a:gd name="connsiteX3" fmla="*/ 194310 w 381000"/>
                  <a:gd name="connsiteY3" fmla="*/ 269558 h 276225"/>
                  <a:gd name="connsiteX4" fmla="*/ 194310 w 381000"/>
                  <a:gd name="connsiteY4" fmla="*/ 269558 h 276225"/>
                  <a:gd name="connsiteX5" fmla="*/ 9525 w 381000"/>
                  <a:gd name="connsiteY5" fmla="*/ 9525 h 276225"/>
                  <a:gd name="connsiteX6" fmla="*/ 9525 w 381000"/>
                  <a:gd name="connsiteY6" fmla="*/ 9525 h 276225"/>
                  <a:gd name="connsiteX7" fmla="*/ 374333 w 381000"/>
                  <a:gd name="connsiteY7" fmla="*/ 9525 h 276225"/>
                  <a:gd name="connsiteX8" fmla="*/ 380047 w 381000"/>
                  <a:gd name="connsiteY8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1000" h="276225">
                    <a:moveTo>
                      <a:pt x="380047" y="9525"/>
                    </a:moveTo>
                    <a:lnTo>
                      <a:pt x="380047" y="9525"/>
                    </a:lnTo>
                    <a:lnTo>
                      <a:pt x="377190" y="13335"/>
                    </a:lnTo>
                    <a:lnTo>
                      <a:pt x="194310" y="269558"/>
                    </a:lnTo>
                    <a:lnTo>
                      <a:pt x="194310" y="269558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374333" y="9525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55" name="Полилиния: фигура 147">
                <a:extLst>
                  <a:ext uri="{FF2B5EF4-FFF2-40B4-BE49-F238E27FC236}">
                    <a16:creationId xmlns:a16="http://schemas.microsoft.com/office/drawing/2014/main" id="{BD084703-0C14-4E77-8A0C-D6C3D28290D6}"/>
                  </a:ext>
                </a:extLst>
              </p:cNvPr>
              <p:cNvSpPr/>
              <p:nvPr/>
            </p:nvSpPr>
            <p:spPr>
              <a:xfrm>
                <a:off x="5591175" y="3403282"/>
                <a:ext cx="381000" cy="276225"/>
              </a:xfrm>
              <a:custGeom>
                <a:avLst/>
                <a:gdLst>
                  <a:gd name="connsiteX0" fmla="*/ 378143 w 381000"/>
                  <a:gd name="connsiteY0" fmla="*/ 12383 h 276225"/>
                  <a:gd name="connsiteX1" fmla="*/ 194310 w 381000"/>
                  <a:gd name="connsiteY1" fmla="*/ 269558 h 276225"/>
                  <a:gd name="connsiteX2" fmla="*/ 194310 w 381000"/>
                  <a:gd name="connsiteY2" fmla="*/ 269558 h 276225"/>
                  <a:gd name="connsiteX3" fmla="*/ 9525 w 381000"/>
                  <a:gd name="connsiteY3" fmla="*/ 10477 h 276225"/>
                  <a:gd name="connsiteX4" fmla="*/ 9525 w 381000"/>
                  <a:gd name="connsiteY4" fmla="*/ 9525 h 276225"/>
                  <a:gd name="connsiteX5" fmla="*/ 376237 w 381000"/>
                  <a:gd name="connsiteY5" fmla="*/ 9525 h 276225"/>
                  <a:gd name="connsiteX6" fmla="*/ 380047 w 381000"/>
                  <a:gd name="connsiteY6" fmla="*/ 9525 h 276225"/>
                  <a:gd name="connsiteX7" fmla="*/ 380047 w 381000"/>
                  <a:gd name="connsiteY7" fmla="*/ 1047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378143" y="12383"/>
                    </a:moveTo>
                    <a:lnTo>
                      <a:pt x="194310" y="269558"/>
                    </a:lnTo>
                    <a:lnTo>
                      <a:pt x="194310" y="269558"/>
                    </a:lnTo>
                    <a:lnTo>
                      <a:pt x="9525" y="10477"/>
                    </a:lnTo>
                    <a:lnTo>
                      <a:pt x="9525" y="9525"/>
                    </a:lnTo>
                    <a:lnTo>
                      <a:pt x="376237" y="9525"/>
                    </a:lnTo>
                    <a:lnTo>
                      <a:pt x="380047" y="9525"/>
                    </a:lnTo>
                    <a:lnTo>
                      <a:pt x="380047" y="1047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56" name="Полилиния: фигура 148">
                <a:extLst>
                  <a:ext uri="{FF2B5EF4-FFF2-40B4-BE49-F238E27FC236}">
                    <a16:creationId xmlns:a16="http://schemas.microsoft.com/office/drawing/2014/main" id="{97BE1DED-764B-4477-B6EB-A2B6C14DAEE5}"/>
                  </a:ext>
                </a:extLst>
              </p:cNvPr>
              <p:cNvSpPr/>
              <p:nvPr/>
            </p:nvSpPr>
            <p:spPr>
              <a:xfrm>
                <a:off x="5220653" y="2884170"/>
                <a:ext cx="381000" cy="276225"/>
              </a:xfrm>
              <a:custGeom>
                <a:avLst/>
                <a:gdLst>
                  <a:gd name="connsiteX0" fmla="*/ 380047 w 381000"/>
                  <a:gd name="connsiteY0" fmla="*/ 9525 h 276225"/>
                  <a:gd name="connsiteX1" fmla="*/ 378142 w 381000"/>
                  <a:gd name="connsiteY1" fmla="*/ 11430 h 276225"/>
                  <a:gd name="connsiteX2" fmla="*/ 194310 w 381000"/>
                  <a:gd name="connsiteY2" fmla="*/ 269558 h 276225"/>
                  <a:gd name="connsiteX3" fmla="*/ 194310 w 381000"/>
                  <a:gd name="connsiteY3" fmla="*/ 269558 h 276225"/>
                  <a:gd name="connsiteX4" fmla="*/ 9525 w 381000"/>
                  <a:gd name="connsiteY4" fmla="*/ 9525 h 276225"/>
                  <a:gd name="connsiteX5" fmla="*/ 9525 w 381000"/>
                  <a:gd name="connsiteY5" fmla="*/ 9525 h 276225"/>
                  <a:gd name="connsiteX6" fmla="*/ 377190 w 381000"/>
                  <a:gd name="connsiteY6" fmla="*/ 9525 h 276225"/>
                  <a:gd name="connsiteX7" fmla="*/ 380047 w 381000"/>
                  <a:gd name="connsiteY7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380047" y="9525"/>
                    </a:moveTo>
                    <a:lnTo>
                      <a:pt x="378142" y="11430"/>
                    </a:lnTo>
                    <a:lnTo>
                      <a:pt x="194310" y="269558"/>
                    </a:lnTo>
                    <a:lnTo>
                      <a:pt x="194310" y="269558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377190" y="9525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57" name="Полилиния: фигура 149">
                <a:extLst>
                  <a:ext uri="{FF2B5EF4-FFF2-40B4-BE49-F238E27FC236}">
                    <a16:creationId xmlns:a16="http://schemas.microsoft.com/office/drawing/2014/main" id="{9192F9E5-0EE7-4996-8F87-2D828A7C56FC}"/>
                  </a:ext>
                </a:extLst>
              </p:cNvPr>
              <p:cNvSpPr/>
              <p:nvPr/>
            </p:nvSpPr>
            <p:spPr>
              <a:xfrm>
                <a:off x="5220653" y="2624137"/>
                <a:ext cx="381000" cy="276225"/>
              </a:xfrm>
              <a:custGeom>
                <a:avLst/>
                <a:gdLst>
                  <a:gd name="connsiteX0" fmla="*/ 377190 w 381000"/>
                  <a:gd name="connsiteY0" fmla="*/ 269558 h 276225"/>
                  <a:gd name="connsiteX1" fmla="*/ 9525 w 381000"/>
                  <a:gd name="connsiteY1" fmla="*/ 269558 h 276225"/>
                  <a:gd name="connsiteX2" fmla="*/ 193357 w 381000"/>
                  <a:gd name="connsiteY2" fmla="*/ 11430 h 276225"/>
                  <a:gd name="connsiteX3" fmla="*/ 194310 w 381000"/>
                  <a:gd name="connsiteY3" fmla="*/ 9525 h 276225"/>
                  <a:gd name="connsiteX4" fmla="*/ 194310 w 381000"/>
                  <a:gd name="connsiteY4" fmla="*/ 9525 h 276225"/>
                  <a:gd name="connsiteX5" fmla="*/ 380047 w 381000"/>
                  <a:gd name="connsiteY5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276225">
                    <a:moveTo>
                      <a:pt x="377190" y="269558"/>
                    </a:moveTo>
                    <a:lnTo>
                      <a:pt x="9525" y="269558"/>
                    </a:lnTo>
                    <a:lnTo>
                      <a:pt x="193357" y="11430"/>
                    </a:ln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380047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58" name="Полилиния: фигура 150">
                <a:extLst>
                  <a:ext uri="{FF2B5EF4-FFF2-40B4-BE49-F238E27FC236}">
                    <a16:creationId xmlns:a16="http://schemas.microsoft.com/office/drawing/2014/main" id="{E08B1C7C-612F-440E-835A-76F08C82A4B3}"/>
                  </a:ext>
                </a:extLst>
              </p:cNvPr>
              <p:cNvSpPr/>
              <p:nvPr/>
            </p:nvSpPr>
            <p:spPr>
              <a:xfrm>
                <a:off x="5405438" y="2884170"/>
                <a:ext cx="381000" cy="276225"/>
              </a:xfrm>
              <a:custGeom>
                <a:avLst/>
                <a:gdLst>
                  <a:gd name="connsiteX0" fmla="*/ 377190 w 381000"/>
                  <a:gd name="connsiteY0" fmla="*/ 269558 h 276225"/>
                  <a:gd name="connsiteX1" fmla="*/ 9525 w 381000"/>
                  <a:gd name="connsiteY1" fmla="*/ 269558 h 276225"/>
                  <a:gd name="connsiteX2" fmla="*/ 193358 w 381000"/>
                  <a:gd name="connsiteY2" fmla="*/ 11430 h 276225"/>
                  <a:gd name="connsiteX3" fmla="*/ 195262 w 381000"/>
                  <a:gd name="connsiteY3" fmla="*/ 9525 h 276225"/>
                  <a:gd name="connsiteX4" fmla="*/ 380047 w 381000"/>
                  <a:gd name="connsiteY4" fmla="*/ 269558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377190" y="269558"/>
                    </a:moveTo>
                    <a:lnTo>
                      <a:pt x="9525" y="269558"/>
                    </a:lnTo>
                    <a:lnTo>
                      <a:pt x="193358" y="11430"/>
                    </a:lnTo>
                    <a:lnTo>
                      <a:pt x="195262" y="9525"/>
                    </a:lnTo>
                    <a:lnTo>
                      <a:pt x="380047" y="26955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59" name="Полилиния: фигура 151">
                <a:extLst>
                  <a:ext uri="{FF2B5EF4-FFF2-40B4-BE49-F238E27FC236}">
                    <a16:creationId xmlns:a16="http://schemas.microsoft.com/office/drawing/2014/main" id="{84B5AE14-50FB-4783-9015-2DF63980C484}"/>
                  </a:ext>
                </a:extLst>
              </p:cNvPr>
              <p:cNvSpPr/>
              <p:nvPr/>
            </p:nvSpPr>
            <p:spPr>
              <a:xfrm>
                <a:off x="5405438" y="3144202"/>
                <a:ext cx="381000" cy="276225"/>
              </a:xfrm>
              <a:custGeom>
                <a:avLst/>
                <a:gdLst>
                  <a:gd name="connsiteX0" fmla="*/ 380047 w 381000"/>
                  <a:gd name="connsiteY0" fmla="*/ 9525 h 276225"/>
                  <a:gd name="connsiteX1" fmla="*/ 380047 w 381000"/>
                  <a:gd name="connsiteY1" fmla="*/ 9525 h 276225"/>
                  <a:gd name="connsiteX2" fmla="*/ 379095 w 381000"/>
                  <a:gd name="connsiteY2" fmla="*/ 11430 h 276225"/>
                  <a:gd name="connsiteX3" fmla="*/ 195262 w 381000"/>
                  <a:gd name="connsiteY3" fmla="*/ 268605 h 276225"/>
                  <a:gd name="connsiteX4" fmla="*/ 195262 w 381000"/>
                  <a:gd name="connsiteY4" fmla="*/ 268605 h 276225"/>
                  <a:gd name="connsiteX5" fmla="*/ 9525 w 381000"/>
                  <a:gd name="connsiteY5" fmla="*/ 9525 h 276225"/>
                  <a:gd name="connsiteX6" fmla="*/ 9525 w 381000"/>
                  <a:gd name="connsiteY6" fmla="*/ 9525 h 276225"/>
                  <a:gd name="connsiteX7" fmla="*/ 377190 w 381000"/>
                  <a:gd name="connsiteY7" fmla="*/ 9525 h 276225"/>
                  <a:gd name="connsiteX8" fmla="*/ 380047 w 381000"/>
                  <a:gd name="connsiteY8" fmla="*/ 9525 h 276225"/>
                  <a:gd name="connsiteX9" fmla="*/ 380047 w 381000"/>
                  <a:gd name="connsiteY9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1000" h="276225">
                    <a:moveTo>
                      <a:pt x="380047" y="9525"/>
                    </a:moveTo>
                    <a:lnTo>
                      <a:pt x="380047" y="9525"/>
                    </a:lnTo>
                    <a:lnTo>
                      <a:pt x="379095" y="11430"/>
                    </a:lnTo>
                    <a:lnTo>
                      <a:pt x="195262" y="268605"/>
                    </a:lnTo>
                    <a:lnTo>
                      <a:pt x="195262" y="268605"/>
                    </a:lnTo>
                    <a:lnTo>
                      <a:pt x="9525" y="9525"/>
                    </a:lnTo>
                    <a:lnTo>
                      <a:pt x="9525" y="9525"/>
                    </a:lnTo>
                    <a:lnTo>
                      <a:pt x="377190" y="9525"/>
                    </a:lnTo>
                    <a:lnTo>
                      <a:pt x="380047" y="9525"/>
                    </a:lnTo>
                    <a:lnTo>
                      <a:pt x="380047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60" name="Полилиния: фигура 152">
                <a:extLst>
                  <a:ext uri="{FF2B5EF4-FFF2-40B4-BE49-F238E27FC236}">
                    <a16:creationId xmlns:a16="http://schemas.microsoft.com/office/drawing/2014/main" id="{071072CA-72B6-4CD5-9BD5-14D91826BC23}"/>
                  </a:ext>
                </a:extLst>
              </p:cNvPr>
              <p:cNvSpPr/>
              <p:nvPr/>
            </p:nvSpPr>
            <p:spPr>
              <a:xfrm>
                <a:off x="5775960" y="3663315"/>
                <a:ext cx="381000" cy="276225"/>
              </a:xfrm>
              <a:custGeom>
                <a:avLst/>
                <a:gdLst>
                  <a:gd name="connsiteX0" fmla="*/ 9525 w 381000"/>
                  <a:gd name="connsiteY0" fmla="*/ 9525 h 276225"/>
                  <a:gd name="connsiteX1" fmla="*/ 9525 w 381000"/>
                  <a:gd name="connsiteY1" fmla="*/ 9525 h 276225"/>
                  <a:gd name="connsiteX2" fmla="*/ 376237 w 381000"/>
                  <a:gd name="connsiteY2" fmla="*/ 9525 h 276225"/>
                  <a:gd name="connsiteX3" fmla="*/ 380047 w 381000"/>
                  <a:gd name="connsiteY3" fmla="*/ 9525 h 276225"/>
                  <a:gd name="connsiteX4" fmla="*/ 195262 w 381000"/>
                  <a:gd name="connsiteY4" fmla="*/ 269557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0" h="276225">
                    <a:moveTo>
                      <a:pt x="9525" y="9525"/>
                    </a:moveTo>
                    <a:lnTo>
                      <a:pt x="9525" y="9525"/>
                    </a:lnTo>
                    <a:lnTo>
                      <a:pt x="376237" y="9525"/>
                    </a:lnTo>
                    <a:lnTo>
                      <a:pt x="380047" y="9525"/>
                    </a:lnTo>
                    <a:lnTo>
                      <a:pt x="195262" y="269557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  <p:sp>
            <p:nvSpPr>
              <p:cNvPr id="161" name="Полилиния: фигура 153">
                <a:extLst>
                  <a:ext uri="{FF2B5EF4-FFF2-40B4-BE49-F238E27FC236}">
                    <a16:creationId xmlns:a16="http://schemas.microsoft.com/office/drawing/2014/main" id="{E4B690E9-79FB-4A68-A047-69287EEC711F}"/>
                  </a:ext>
                </a:extLst>
              </p:cNvPr>
              <p:cNvSpPr/>
              <p:nvPr/>
            </p:nvSpPr>
            <p:spPr>
              <a:xfrm>
                <a:off x="5961697" y="3663315"/>
                <a:ext cx="381000" cy="276225"/>
              </a:xfrm>
              <a:custGeom>
                <a:avLst/>
                <a:gdLst>
                  <a:gd name="connsiteX0" fmla="*/ 380047 w 381000"/>
                  <a:gd name="connsiteY0" fmla="*/ 269557 h 276225"/>
                  <a:gd name="connsiteX1" fmla="*/ 374333 w 381000"/>
                  <a:gd name="connsiteY1" fmla="*/ 269557 h 276225"/>
                  <a:gd name="connsiteX2" fmla="*/ 9525 w 381000"/>
                  <a:gd name="connsiteY2" fmla="*/ 269557 h 276225"/>
                  <a:gd name="connsiteX3" fmla="*/ 9525 w 381000"/>
                  <a:gd name="connsiteY3" fmla="*/ 269557 h 276225"/>
                  <a:gd name="connsiteX4" fmla="*/ 194310 w 381000"/>
                  <a:gd name="connsiteY4" fmla="*/ 9525 h 276225"/>
                  <a:gd name="connsiteX5" fmla="*/ 194310 w 381000"/>
                  <a:gd name="connsiteY5" fmla="*/ 9525 h 276225"/>
                  <a:gd name="connsiteX6" fmla="*/ 194310 w 381000"/>
                  <a:gd name="connsiteY6" fmla="*/ 9525 h 276225"/>
                  <a:gd name="connsiteX7" fmla="*/ 194310 w 381000"/>
                  <a:gd name="connsiteY7" fmla="*/ 95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1000" h="276225">
                    <a:moveTo>
                      <a:pt x="380047" y="269557"/>
                    </a:moveTo>
                    <a:lnTo>
                      <a:pt x="374333" y="269557"/>
                    </a:lnTo>
                    <a:lnTo>
                      <a:pt x="9525" y="269557"/>
                    </a:lnTo>
                    <a:lnTo>
                      <a:pt x="9525" y="269557"/>
                    </a:ln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194310" y="9525"/>
                    </a:lnTo>
                    <a:lnTo>
                      <a:pt x="194310" y="9525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231E20"/>
                  </a:solidFill>
                  <a:effectLst/>
                  <a:uLnTx/>
                  <a:uFillTx/>
                  <a:latin typeface="Pragmatica Light"/>
                  <a:ea typeface="+mn-ea"/>
                  <a:cs typeface="+mn-cs"/>
                </a:endParaRPr>
              </a:p>
            </p:txBody>
          </p:sp>
        </p:grp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856CC237-4AE7-4C14-A903-6951ED01FC7B}"/>
                </a:ext>
              </a:extLst>
            </p:cNvPr>
            <p:cNvSpPr/>
            <p:nvPr/>
          </p:nvSpPr>
          <p:spPr>
            <a:xfrm rot="10800000">
              <a:off x="-11878" y="892264"/>
              <a:ext cx="1485079" cy="1887221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/>
                <a:ea typeface="+mn-ea"/>
                <a:cs typeface="+mn-cs"/>
              </a:endParaRP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D262002E-929C-43C1-9572-7580AB4B2068}"/>
                </a:ext>
              </a:extLst>
            </p:cNvPr>
            <p:cNvSpPr/>
            <p:nvPr/>
          </p:nvSpPr>
          <p:spPr>
            <a:xfrm>
              <a:off x="1295400" y="892265"/>
              <a:ext cx="1473199" cy="1887221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497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61" y="1622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1" y="1622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D6561D5A-FCA1-4939-864F-E5A1FD9A3D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65" b="1" i="0" baseline="0" dirty="0" err="1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j-cs"/>
              <a:sym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B01F8B-71F9-41A3-A7A9-BF193AF247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58001"/>
          </a:xfrm>
          <a:prstGeom prst="rect">
            <a:avLst/>
          </a:prstGeom>
        </p:spPr>
      </p:pic>
      <p:sp>
        <p:nvSpPr>
          <p:cNvPr id="13314" name="Title"/>
          <p:cNvSpPr>
            <a:spLocks noGrp="1" noChangeArrowheads="1"/>
          </p:cNvSpPr>
          <p:nvPr>
            <p:ph type="ctrTitle"/>
          </p:nvPr>
        </p:nvSpPr>
        <p:spPr bwMode="gray">
          <a:xfrm>
            <a:off x="427396" y="2427628"/>
            <a:ext cx="6874310" cy="50244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65" b="1" baseline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 latinLnBrk="0"/>
            <a:r>
              <a:rPr lang="en-US" noProof="0" dirty="0"/>
              <a:t>Click to edit Master title style</a:t>
            </a:r>
            <a:endParaRPr lang="ru-RU" noProof="0" dirty="0"/>
          </a:p>
        </p:txBody>
      </p:sp>
      <p:sp>
        <p:nvSpPr>
          <p:cNvPr id="13315" name="Subtitle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427396" y="4146505"/>
            <a:ext cx="6874310" cy="2198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28" cap="all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 latinLnBrk="0"/>
            <a:r>
              <a:rPr lang="en-US" noProof="0" dirty="0"/>
              <a:t>Click to edit Master subtitle style</a:t>
            </a:r>
            <a:endParaRPr lang="ru-RU" noProof="0" dirty="0"/>
          </a:p>
        </p:txBody>
      </p:sp>
      <p:sp>
        <p:nvSpPr>
          <p:cNvPr id="57" name="Document type" hidden="1"/>
          <p:cNvSpPr txBox="1">
            <a:spLocks noChangeArrowheads="1"/>
          </p:cNvSpPr>
          <p:nvPr/>
        </p:nvSpPr>
        <p:spPr bwMode="gray">
          <a:xfrm>
            <a:off x="427396" y="4725039"/>
            <a:ext cx="6874310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no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1">
              <a:defRPr/>
            </a:pPr>
            <a:r>
              <a:rPr lang="ru-RU" sz="1428" baseline="0" noProof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Тип документа | Дата</a:t>
            </a:r>
          </a:p>
        </p:txBody>
      </p:sp>
      <p:sp>
        <p:nvSpPr>
          <p:cNvPr id="26" name="Disclaimer-Russian (Russia)" hidden="1"/>
          <p:cNvSpPr>
            <a:spLocks noChangeArrowheads="1"/>
          </p:cNvSpPr>
          <p:nvPr/>
        </p:nvSpPr>
        <p:spPr bwMode="black">
          <a:xfrm>
            <a:off x="427396" y="6381111"/>
            <a:ext cx="4674507" cy="336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spAutoFit/>
          </a:bodyPr>
          <a:lstStyle/>
          <a:p>
            <a:pPr defTabSz="1094990" eaLnBrk="0" hangingPunct="0"/>
            <a:r>
              <a:rPr lang="ru-RU" sz="714" baseline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КОНФИДЕНЦИАЛЬНАЯ ИНФОРМАЦИЯ, СОБСТВЕННОСТЬ ООО "Мак-</a:t>
            </a:r>
            <a:r>
              <a:rPr lang="ru-RU" sz="714" baseline="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Кинзи</a:t>
            </a:r>
            <a:r>
              <a:rPr lang="ru-RU" sz="714" baseline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и Компания </a:t>
            </a:r>
            <a:r>
              <a:rPr lang="ru-RU" sz="714" baseline="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СиАйЭс</a:t>
            </a:r>
            <a:r>
              <a:rPr lang="ru-RU" sz="714" baseline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</a:t>
            </a:r>
          </a:p>
          <a:p>
            <a:pPr defTabSz="1094990" eaLnBrk="0" hangingPunct="0"/>
            <a:r>
              <a:rPr lang="ru-RU" sz="714" baseline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Любое использование этого документа без специального разрешения ООО "Мак-</a:t>
            </a:r>
            <a:r>
              <a:rPr lang="ru-RU" sz="714" baseline="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Кинзи</a:t>
            </a:r>
            <a:r>
              <a:rPr lang="ru-RU" sz="714" baseline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и</a:t>
            </a:r>
            <a:r>
              <a:rPr lang="en-US" sz="714" baseline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 </a:t>
            </a:r>
            <a:r>
              <a:rPr lang="ru-RU" sz="714" baseline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Компания </a:t>
            </a:r>
            <a:r>
              <a:rPr lang="ru-RU" sz="714" baseline="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СиАйЭс</a:t>
            </a:r>
            <a:r>
              <a:rPr lang="ru-RU" sz="714" baseline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 строго запрещено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9A737DC-F04B-4C54-BDCF-EB829D4DA882}"/>
              </a:ext>
            </a:extLst>
          </p:cNvPr>
          <p:cNvGrpSpPr/>
          <p:nvPr/>
        </p:nvGrpSpPr>
        <p:grpSpPr>
          <a:xfrm>
            <a:off x="427396" y="431824"/>
            <a:ext cx="3229442" cy="483530"/>
            <a:chOff x="638798" y="423228"/>
            <a:chExt cx="9348482" cy="1399726"/>
          </a:xfrm>
        </p:grpSpPr>
        <p:pic>
          <p:nvPicPr>
            <p:cNvPr id="17866" name="Picture 458" descr="ÐÐ°ÑÑÐ¸Ð½ÐºÐ¸ Ð¿Ð¾ Ð·Ð°Ð¿ÑÐ¾ÑÑ x5 retail group">
              <a:extLst>
                <a:ext uri="{FF2B5EF4-FFF2-40B4-BE49-F238E27FC236}">
                  <a16:creationId xmlns:a16="http://schemas.microsoft.com/office/drawing/2014/main" id="{32781C03-3A67-46B3-A806-F71388A5A345}"/>
                </a:ext>
              </a:extLst>
            </p:cNvPr>
            <p:cNvPicPr>
              <a:picLocks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8799" y="423228"/>
              <a:ext cx="9348481" cy="13997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Arrow: Chevron 5">
              <a:extLst>
                <a:ext uri="{FF2B5EF4-FFF2-40B4-BE49-F238E27FC236}">
                  <a16:creationId xmlns:a16="http://schemas.microsoft.com/office/drawing/2014/main" id="{CFDD757B-B1A8-4A80-BB4F-5D1FE44D4574}"/>
                </a:ext>
              </a:extLst>
            </p:cNvPr>
            <p:cNvSpPr>
              <a:spLocks/>
            </p:cNvSpPr>
            <p:nvPr userDrawn="1"/>
          </p:nvSpPr>
          <p:spPr>
            <a:xfrm>
              <a:off x="638798" y="423228"/>
              <a:ext cx="909585" cy="1399726"/>
            </a:xfrm>
            <a:prstGeom prst="chevron">
              <a:avLst>
                <a:gd name="adj" fmla="val 51340"/>
              </a:avLst>
            </a:prstGeom>
            <a:solidFill>
              <a:schemeClr val="accent3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ru-RU" sz="1837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2610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1BFAE70-EAC2-4AC5-B3B6-D63886ECC2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620" y="1620"/>
          <a:ext cx="1620" cy="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1BFAE70-EAC2-4AC5-B3B6-D63886ECC2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0" y="1620"/>
                        <a:ext cx="1620" cy="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ADC29ED2-DCE5-4395-9433-F35901D6952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41" b="1" i="0" baseline="0" dirty="0" err="1">
              <a:solidFill>
                <a:schemeClr val="tx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8" name="Slide Number"/>
          <p:cNvSpPr txBox="1">
            <a:spLocks/>
          </p:cNvSpPr>
          <p:nvPr/>
        </p:nvSpPr>
        <p:spPr bwMode="gray">
          <a:xfrm>
            <a:off x="11652053" y="6639224"/>
            <a:ext cx="184822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ru-RU"/>
            </a:defPPr>
            <a:lvl1pPr>
              <a:defRPr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ru-RU" sz="816" smtClean="0">
                <a:solidFill>
                  <a:schemeClr val="accent6"/>
                </a:solidFill>
              </a:rPr>
              <a:pPr lvl="0"/>
              <a:t>‹#›</a:t>
            </a:fld>
            <a:endParaRPr lang="ru-RU" sz="816" dirty="0">
              <a:solidFill>
                <a:schemeClr val="accent6"/>
              </a:solidFill>
            </a:endParaRPr>
          </a:p>
        </p:txBody>
      </p:sp>
      <p:sp>
        <p:nvSpPr>
          <p:cNvPr id="5" name="doc id" hidden="1"/>
          <p:cNvSpPr>
            <a:spLocks noChangeArrowheads="1"/>
          </p:cNvSpPr>
          <p:nvPr/>
        </p:nvSpPr>
        <p:spPr bwMode="gray">
          <a:xfrm flipH="1">
            <a:off x="10658002" y="51835"/>
            <a:ext cx="1231563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1218095"/>
            <a:endParaRPr lang="ru-RU" sz="612" baseline="0" noProof="0" dirty="0">
              <a:solidFill>
                <a:schemeClr val="accent6"/>
              </a:solidFill>
              <a:latin typeface="+mn-lt"/>
              <a:ea typeface="+mn-ea"/>
            </a:endParaRP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5EAADD3C-3019-489D-B345-1865970AA6A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70829" y="234865"/>
            <a:ext cx="11650343" cy="314028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3452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0">
          <p15:clr>
            <a:srgbClr val="F26B43"/>
          </p15:clr>
        </p15:guide>
        <p15:guide id="2" pos="99">
          <p15:clr>
            <a:srgbClr val="F26B43"/>
          </p15:clr>
        </p15:guide>
        <p15:guide id="3" orient="horz" pos="688">
          <p15:clr>
            <a:srgbClr val="F26B43"/>
          </p15:clr>
        </p15:guide>
        <p15:guide id="4" orient="horz" pos="391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1BFAE70-EAC2-4AC5-B3B6-D63886ECC2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620" y="1620"/>
          <a:ext cx="1620" cy="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1BFAE70-EAC2-4AC5-B3B6-D63886ECC2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0" y="1620"/>
                        <a:ext cx="1620" cy="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ADC29ED2-DCE5-4395-9433-F35901D6952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41" b="1" i="0" baseline="0" dirty="0" err="1">
              <a:solidFill>
                <a:schemeClr val="tx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gray">
          <a:xfrm>
            <a:off x="270829" y="234865"/>
            <a:ext cx="11650343" cy="314028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8" name="Slide Number"/>
          <p:cNvSpPr txBox="1">
            <a:spLocks/>
          </p:cNvSpPr>
          <p:nvPr/>
        </p:nvSpPr>
        <p:spPr bwMode="gray">
          <a:xfrm>
            <a:off x="11652053" y="6639224"/>
            <a:ext cx="184822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ru-RU"/>
            </a:defPPr>
            <a:lvl1pPr>
              <a:defRPr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ru-RU" sz="816" smtClean="0">
                <a:solidFill>
                  <a:schemeClr val="accent6"/>
                </a:solidFill>
              </a:rPr>
              <a:pPr lvl="0"/>
              <a:t>‹#›</a:t>
            </a:fld>
            <a:endParaRPr lang="ru-RU" sz="816" dirty="0">
              <a:solidFill>
                <a:schemeClr val="accent6"/>
              </a:solidFill>
            </a:endParaRPr>
          </a:p>
        </p:txBody>
      </p:sp>
      <p:sp>
        <p:nvSpPr>
          <p:cNvPr id="5" name="doc id" hidden="1"/>
          <p:cNvSpPr>
            <a:spLocks noChangeArrowheads="1"/>
          </p:cNvSpPr>
          <p:nvPr/>
        </p:nvSpPr>
        <p:spPr bwMode="gray">
          <a:xfrm flipH="1">
            <a:off x="10658002" y="51835"/>
            <a:ext cx="1231563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1218095"/>
            <a:endParaRPr lang="ru-RU" sz="612" baseline="0" noProof="0" dirty="0">
              <a:solidFill>
                <a:schemeClr val="accent6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93420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0">
          <p15:clr>
            <a:srgbClr val="F26B43"/>
          </p15:clr>
        </p15:guide>
        <p15:guide id="2" pos="99">
          <p15:clr>
            <a:srgbClr val="F26B43"/>
          </p15:clr>
        </p15:guide>
        <p15:guide id="3" orient="horz" pos="688">
          <p15:clr>
            <a:srgbClr val="F26B43"/>
          </p15:clr>
        </p15:guide>
        <p15:guide id="4" orient="horz" pos="3911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C2D0DCE-CDCF-4279-9C42-4592E8D9FAB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6" imgH="386" progId="TCLayout.ActiveDocument.1">
                  <p:embed/>
                </p:oleObj>
              </mc:Choice>
              <mc:Fallback>
                <p:oleObj name="think-cell Slide" r:id="rId4" imgW="386" imgH="3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C2D0DCE-CDCF-4279-9C42-4592E8D9FA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800DCF72-04B8-439C-A0FF-613AA9CF268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41" b="1" i="0" baseline="0" dirty="0" err="1">
              <a:solidFill>
                <a:schemeClr val="tx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44D0A0-7B0A-4F5C-BFF2-402CDCE5C397}"/>
              </a:ext>
            </a:extLst>
          </p:cNvPr>
          <p:cNvSpPr>
            <a:spLocks/>
          </p:cNvSpPr>
          <p:nvPr/>
        </p:nvSpPr>
        <p:spPr>
          <a:xfrm>
            <a:off x="1" y="102"/>
            <a:ext cx="12188039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accent6">
                  <a:lumMod val="50000"/>
                </a:schemeClr>
              </a:gs>
            </a:gsLst>
            <a:lin ang="3240000" scaled="0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297" tIns="46649" rIns="93297" bIns="466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37" dirty="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8" y="234865"/>
            <a:ext cx="11699863" cy="314028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9" name="Slide Number"/>
          <p:cNvSpPr txBox="1">
            <a:spLocks/>
          </p:cNvSpPr>
          <p:nvPr/>
        </p:nvSpPr>
        <p:spPr bwMode="black">
          <a:xfrm>
            <a:off x="11652053" y="6639224"/>
            <a:ext cx="184822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ru-RU"/>
            </a:defPPr>
            <a:lvl1pPr>
              <a:defRPr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ru-RU" sz="816" smtClean="0">
                <a:solidFill>
                  <a:schemeClr val="bg1"/>
                </a:solidFill>
              </a:rPr>
              <a:pPr lvl="0"/>
              <a:t>‹#›</a:t>
            </a:fld>
            <a:endParaRPr lang="ru-RU" sz="816" dirty="0">
              <a:solidFill>
                <a:schemeClr val="bg1"/>
              </a:solidFill>
            </a:endParaRPr>
          </a:p>
        </p:txBody>
      </p:sp>
      <p:sp>
        <p:nvSpPr>
          <p:cNvPr id="5" name="doc id" hidden="1"/>
          <p:cNvSpPr>
            <a:spLocks noChangeArrowheads="1"/>
          </p:cNvSpPr>
          <p:nvPr/>
        </p:nvSpPr>
        <p:spPr bwMode="gray">
          <a:xfrm flipH="1">
            <a:off x="10658002" y="51835"/>
            <a:ext cx="1231563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1218095"/>
            <a:endParaRPr lang="ru-RU" sz="612" baseline="0" noProof="0" dirty="0">
              <a:solidFill>
                <a:schemeClr val="accent6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66387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08">
          <p15:clr>
            <a:srgbClr val="000000"/>
          </p15:clr>
        </p15:guide>
        <p15:guide id="2" orient="horz" pos="570">
          <p15:clr>
            <a:srgbClr val="000000"/>
          </p15:clr>
        </p15:guide>
        <p15:guide id="3" orient="horz" pos="3912">
          <p15:clr>
            <a:srgbClr val="000000"/>
          </p15:clr>
        </p15:guide>
        <p15:guide id="4" pos="96">
          <p15:clr>
            <a:srgbClr val="00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Пустой слайд  (X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AEB83B9B-DC7E-4398-A354-ACC58B0C3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" name="SlideNumber"/>
          <p:cNvSpPr/>
          <p:nvPr/>
        </p:nvSpPr>
        <p:spPr>
          <a:xfrm>
            <a:off x="11263415" y="6524909"/>
            <a:ext cx="419409" cy="91440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algn="ctr" defTabSz="905451">
              <a:defRPr/>
            </a:pPr>
            <a:fld id="{BB69BBE8-4DB2-4642-B003-B220ACD5A2FD}" type="slidenum">
              <a:rPr lang="en-US" sz="900" b="1">
                <a:solidFill>
                  <a:srgbClr val="080808"/>
                </a:solidFill>
                <a:latin typeface="Verdana" pitchFamily="34" charset="0"/>
              </a:rPr>
              <a:pPr algn="ctr" defTabSz="905451">
                <a:defRPr/>
              </a:pPr>
              <a:t>‹#›</a:t>
            </a:fld>
            <a:endParaRPr lang="fr-FR" sz="900" b="1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564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8">
          <p15:clr>
            <a:srgbClr val="CCCCCC"/>
          </p15:clr>
        </p15:guide>
        <p15:guide id="2" pos="4976">
          <p15:clr>
            <a:srgbClr val="CCCCCC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19A0-3C71-4969-BA93-592F68A26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EF8E5-AC83-488A-8511-C5E1106C8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B5B4062-EB5A-4B04-8DAF-ED36C93C04E7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1652053" y="6639224"/>
            <a:ext cx="184822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ru-RU"/>
            </a:defPPr>
            <a:lvl1pPr>
              <a:defRPr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ru-RU" sz="816" smtClean="0">
                <a:solidFill>
                  <a:schemeClr val="accent6"/>
                </a:solidFill>
              </a:rPr>
              <a:pPr lvl="0"/>
              <a:t>‹#›</a:t>
            </a:fld>
            <a:endParaRPr lang="ru-RU" sz="816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605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3223E-9EDE-4F8D-B4BF-8F7228D7F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06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ой шаблон - Х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29D0-AC01-784D-AF85-55B2706DC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16361"/>
            <a:ext cx="9094851" cy="425437"/>
          </a:xfrm>
        </p:spPr>
        <p:txBody>
          <a:bodyPr/>
          <a:lstStyle>
            <a:lvl1pPr>
              <a:defRPr spc="10" baseline="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35C78-9380-BD46-BBA0-D5D03FDB1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CDC057-5502-074A-A021-09A39A76BE37}" type="slidenum">
              <a:rPr lang="ru-RU"/>
              <a:t>‹#›</a:t>
            </a:fld>
            <a:endParaRPr lang="ru-RU"/>
          </a:p>
        </p:txBody>
      </p:sp>
      <p:sp>
        <p:nvSpPr>
          <p:cNvPr id="17" name="Полилиния: фигура 8">
            <a:extLst>
              <a:ext uri="{FF2B5EF4-FFF2-40B4-BE49-F238E27FC236}">
                <a16:creationId xmlns:a16="http://schemas.microsoft.com/office/drawing/2014/main" id="{307DC457-2250-7C4F-B75F-FE84B8C7443E}"/>
              </a:ext>
            </a:extLst>
          </p:cNvPr>
          <p:cNvSpPr/>
          <p:nvPr/>
        </p:nvSpPr>
        <p:spPr>
          <a:xfrm>
            <a:off x="487593" y="329960"/>
            <a:ext cx="119880" cy="175538"/>
          </a:xfrm>
          <a:custGeom>
            <a:avLst/>
            <a:gdLst>
              <a:gd name="connsiteX0" fmla="*/ 125892 w 266700"/>
              <a:gd name="connsiteY0" fmla="*/ 7144 h 390525"/>
              <a:gd name="connsiteX1" fmla="*/ 7144 w 266700"/>
              <a:gd name="connsiteY1" fmla="*/ 7144 h 390525"/>
              <a:gd name="connsiteX2" fmla="*/ 143589 w 266700"/>
              <a:gd name="connsiteY2" fmla="*/ 198568 h 390525"/>
              <a:gd name="connsiteX3" fmla="*/ 7144 w 266700"/>
              <a:gd name="connsiteY3" fmla="*/ 390649 h 390525"/>
              <a:gd name="connsiteX4" fmla="*/ 125892 w 266700"/>
              <a:gd name="connsiteY4" fmla="*/ 390649 h 390525"/>
              <a:gd name="connsiteX5" fmla="*/ 262385 w 266700"/>
              <a:gd name="connsiteY5" fmla="*/ 198568 h 390525"/>
              <a:gd name="connsiteX6" fmla="*/ 125892 w 266700"/>
              <a:gd name="connsiteY6" fmla="*/ 7144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" h="390525">
                <a:moveTo>
                  <a:pt x="125892" y="7144"/>
                </a:moveTo>
                <a:lnTo>
                  <a:pt x="7144" y="7144"/>
                </a:lnTo>
                <a:lnTo>
                  <a:pt x="143589" y="198568"/>
                </a:lnTo>
                <a:lnTo>
                  <a:pt x="7144" y="390649"/>
                </a:lnTo>
                <a:lnTo>
                  <a:pt x="125892" y="390649"/>
                </a:lnTo>
                <a:lnTo>
                  <a:pt x="262385" y="198568"/>
                </a:lnTo>
                <a:lnTo>
                  <a:pt x="125892" y="7144"/>
                </a:lnTo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061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3735C78-9380-BD46-BBA0-D5D03FDB1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060205" y="6492875"/>
            <a:ext cx="436469" cy="365125"/>
          </a:xfrm>
        </p:spPr>
        <p:txBody>
          <a:bodyPr/>
          <a:lstStyle/>
          <a:p>
            <a:fld id="{9ECDC057-5502-074A-A021-09A39A76BE37}" type="slidenum">
              <a:rPr lang="ru-RU"/>
              <a:t>‹#›</a:t>
            </a:fld>
            <a:endParaRPr lang="ru-RU"/>
          </a:p>
        </p:txBody>
      </p:sp>
      <p:pic>
        <p:nvPicPr>
          <p:cNvPr id="4" name="perekrestok-ru.ai" descr="perekrestok-ru.ai"/>
          <p:cNvPicPr>
            <a:picLocks noChangeAspect="1"/>
          </p:cNvPicPr>
          <p:nvPr userDrawn="1"/>
        </p:nvPicPr>
        <p:blipFill>
          <a:blip r:embed="rId2"/>
          <a:srcRect l="19214" t="88469" r="19214"/>
          <a:stretch>
            <a:fillRect/>
          </a:stretch>
        </p:blipFill>
        <p:spPr>
          <a:xfrm>
            <a:off x="9620687" y="127827"/>
            <a:ext cx="2349941" cy="43998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90724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4" name="Объект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sz="2400" b="1" i="0" baseline="0" dirty="0">
              <a:latin typeface="Bandera Pro Bold"/>
              <a:ea typeface="+mj-ea"/>
              <a:cs typeface="+mj-cs"/>
              <a:sym typeface="Bandera Pro Bold"/>
            </a:endParaRPr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AEB83B9B-DC7E-4398-A354-ACC58B0C3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49" y="272262"/>
            <a:ext cx="11232987" cy="553243"/>
          </a:xfrm>
        </p:spPr>
        <p:txBody>
          <a:bodyPr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6" name="Текст 15"/>
          <p:cNvSpPr>
            <a:spLocks noGrp="1"/>
          </p:cNvSpPr>
          <p:nvPr>
            <p:ph type="body" sz="quarter" idx="10" hasCustomPrompt="1"/>
          </p:nvPr>
        </p:nvSpPr>
        <p:spPr>
          <a:xfrm>
            <a:off x="1207364" y="6461140"/>
            <a:ext cx="4888637" cy="261939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ru-RU" sz="1000" i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Источники:</a:t>
            </a:r>
          </a:p>
        </p:txBody>
      </p:sp>
      <p:sp>
        <p:nvSpPr>
          <p:cNvPr id="17" name="Текст 15"/>
          <p:cNvSpPr>
            <a:spLocks noGrp="1"/>
          </p:cNvSpPr>
          <p:nvPr>
            <p:ph type="body" sz="quarter" idx="11" hasCustomPrompt="1"/>
          </p:nvPr>
        </p:nvSpPr>
        <p:spPr>
          <a:xfrm>
            <a:off x="6250796" y="6461140"/>
            <a:ext cx="4888637" cy="261939"/>
          </a:xfrm>
        </p:spPr>
        <p:txBody>
          <a:bodyPr anchor="ctr">
            <a:noAutofit/>
          </a:bodyPr>
          <a:lstStyle>
            <a:lvl1pPr>
              <a:defRPr sz="10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Примечание: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33735C78-9380-BD46-BBA0-D5D03FDB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0205" y="6492875"/>
            <a:ext cx="436469" cy="365125"/>
          </a:xfrm>
        </p:spPr>
        <p:txBody>
          <a:bodyPr/>
          <a:lstStyle/>
          <a:p>
            <a:fld id="{9ECDC057-5502-074A-A021-09A39A76BE37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3224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8">
          <p15:clr>
            <a:srgbClr val="CCCCCC"/>
          </p15:clr>
        </p15:guide>
        <p15:guide id="2" pos="4976">
          <p15:clr>
            <a:srgbClr val="CCCCCC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09600" y="6356367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165600" y="635636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33735C78-9380-BD46-BBA0-D5D03FDB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0205" y="6492875"/>
            <a:ext cx="436469" cy="365125"/>
          </a:xfrm>
        </p:spPr>
        <p:txBody>
          <a:bodyPr/>
          <a:lstStyle/>
          <a:p>
            <a:fld id="{9ECDC057-5502-074A-A021-09A39A76BE37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070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AE97-D7FE-4284-9278-80E0C604636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AAD3-FBA8-4B73-99FC-56BD64D33E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6914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AE97-D7FE-4284-9278-80E0C604636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AAD3-FBA8-4B73-99FC-56BD64D33E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8848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AE97-D7FE-4284-9278-80E0C604636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AAD3-FBA8-4B73-99FC-56BD64D33E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85885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AE97-D7FE-4284-9278-80E0C604636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AAD3-FBA8-4B73-99FC-56BD64D33E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4645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AE97-D7FE-4284-9278-80E0C604636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AAD3-FBA8-4B73-99FC-56BD64D33E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3413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AE97-D7FE-4284-9278-80E0C604636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AAD3-FBA8-4B73-99FC-56BD64D33E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2636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AE97-D7FE-4284-9278-80E0C604636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AAD3-FBA8-4B73-99FC-56BD64D33E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2200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AE97-D7FE-4284-9278-80E0C604636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AAD3-FBA8-4B73-99FC-56BD64D33E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5217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AE97-D7FE-4284-9278-80E0C604636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AAD3-FBA8-4B73-99FC-56BD64D33E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0197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AE97-D7FE-4284-9278-80E0C604636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AAD3-FBA8-4B73-99FC-56BD64D33E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3070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AE97-D7FE-4284-9278-80E0C604636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AAD3-FBA8-4B73-99FC-56BD64D33E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8723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">
    <p:bg>
      <p:bgPr>
        <a:solidFill>
          <a:srgbClr val="003C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7AECBC69-A6AA-459A-8331-15B834AF7C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790825"/>
            <a:ext cx="12192000" cy="4067175"/>
          </a:xfrm>
          <a:prstGeom prst="rect">
            <a:avLst/>
          </a:prstGeom>
        </p:spPr>
      </p:pic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42E65A7A-4609-474A-96D3-7ECC6CD1DC16}"/>
              </a:ext>
            </a:extLst>
          </p:cNvPr>
          <p:cNvGrpSpPr/>
          <p:nvPr userDrawn="1"/>
        </p:nvGrpSpPr>
        <p:grpSpPr>
          <a:xfrm>
            <a:off x="428625" y="476250"/>
            <a:ext cx="2338388" cy="719138"/>
            <a:chOff x="428625" y="476250"/>
            <a:chExt cx="2338388" cy="719138"/>
          </a:xfrm>
        </p:grpSpPr>
        <p:pic>
          <p:nvPicPr>
            <p:cNvPr id="4" name="Object 2" descr="preencoded.png">
              <a:extLst>
                <a:ext uri="{FF2B5EF4-FFF2-40B4-BE49-F238E27FC236}">
                  <a16:creationId xmlns:a16="http://schemas.microsoft.com/office/drawing/2014/main" id="{1A7C1CE3-4518-48F3-91A1-DC59A8B8C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76288" y="747713"/>
              <a:ext cx="290513" cy="323850"/>
            </a:xfrm>
            <a:prstGeom prst="rect">
              <a:avLst/>
            </a:prstGeom>
          </p:spPr>
        </p:pic>
        <p:pic>
          <p:nvPicPr>
            <p:cNvPr id="5" name="Object 3" descr="preencoded.png">
              <a:extLst>
                <a:ext uri="{FF2B5EF4-FFF2-40B4-BE49-F238E27FC236}">
                  <a16:creationId xmlns:a16="http://schemas.microsoft.com/office/drawing/2014/main" id="{0BA7EB99-AF46-4216-8C02-3049EC96F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071563" y="752475"/>
              <a:ext cx="242888" cy="323850"/>
            </a:xfrm>
            <a:prstGeom prst="rect">
              <a:avLst/>
            </a:prstGeom>
          </p:spPr>
        </p:pic>
        <p:pic>
          <p:nvPicPr>
            <p:cNvPr id="6" name="Object 4" descr="preencoded.png">
              <a:extLst>
                <a:ext uri="{FF2B5EF4-FFF2-40B4-BE49-F238E27FC236}">
                  <a16:creationId xmlns:a16="http://schemas.microsoft.com/office/drawing/2014/main" id="{9E74A1D5-A7DC-4C43-AA42-266D3E1E0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428625" y="476250"/>
              <a:ext cx="652463" cy="585788"/>
            </a:xfrm>
            <a:prstGeom prst="rect">
              <a:avLst/>
            </a:prstGeom>
          </p:spPr>
        </p:pic>
        <p:pic>
          <p:nvPicPr>
            <p:cNvPr id="7" name="Object 5" descr="preencoded.png">
              <a:extLst>
                <a:ext uri="{FF2B5EF4-FFF2-40B4-BE49-F238E27FC236}">
                  <a16:creationId xmlns:a16="http://schemas.microsoft.com/office/drawing/2014/main" id="{7C6BB36F-0F8B-482E-BDB7-C40A5DA6D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357313" y="738188"/>
              <a:ext cx="333375" cy="342900"/>
            </a:xfrm>
            <a:prstGeom prst="rect">
              <a:avLst/>
            </a:prstGeom>
          </p:spPr>
        </p:pic>
        <p:pic>
          <p:nvPicPr>
            <p:cNvPr id="8" name="Object 6" descr="preencoded.png">
              <a:extLst>
                <a:ext uri="{FF2B5EF4-FFF2-40B4-BE49-F238E27FC236}">
                  <a16:creationId xmlns:a16="http://schemas.microsoft.com/office/drawing/2014/main" id="{E4F39375-AED6-454F-B696-A842F1C56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1738313" y="809625"/>
              <a:ext cx="157163" cy="266700"/>
            </a:xfrm>
            <a:prstGeom prst="rect">
              <a:avLst/>
            </a:prstGeom>
          </p:spPr>
        </p:pic>
        <p:pic>
          <p:nvPicPr>
            <p:cNvPr id="9" name="Object 7" descr="preencoded.png">
              <a:extLst>
                <a:ext uri="{FF2B5EF4-FFF2-40B4-BE49-F238E27FC236}">
                  <a16:creationId xmlns:a16="http://schemas.microsoft.com/office/drawing/2014/main" id="{62C052A1-9161-4D30-A868-7EFB65745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1909763" y="809625"/>
              <a:ext cx="271463" cy="271463"/>
            </a:xfrm>
            <a:prstGeom prst="rect">
              <a:avLst/>
            </a:prstGeom>
          </p:spPr>
        </p:pic>
        <p:pic>
          <p:nvPicPr>
            <p:cNvPr id="10" name="Object 8" descr="preencoded.png">
              <a:extLst>
                <a:ext uri="{FF2B5EF4-FFF2-40B4-BE49-F238E27FC236}">
                  <a16:creationId xmlns:a16="http://schemas.microsoft.com/office/drawing/2014/main" id="{7953F0DF-AD32-4EDF-A92B-68D64884D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2224088" y="814388"/>
              <a:ext cx="228600" cy="266700"/>
            </a:xfrm>
            <a:prstGeom prst="rect">
              <a:avLst/>
            </a:prstGeom>
          </p:spPr>
        </p:pic>
        <p:pic>
          <p:nvPicPr>
            <p:cNvPr id="11" name="Object 9" descr="preencoded.png">
              <a:extLst>
                <a:ext uri="{FF2B5EF4-FFF2-40B4-BE49-F238E27FC236}">
                  <a16:creationId xmlns:a16="http://schemas.microsoft.com/office/drawing/2014/main" id="{348094B2-2F94-435B-8182-C244A3FD4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2500313" y="809625"/>
              <a:ext cx="266700" cy="385763"/>
            </a:xfrm>
            <a:prstGeom prst="rect">
              <a:avLst/>
            </a:prstGeom>
          </p:spPr>
        </p:pic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6C5924DE-16F7-4C9A-9FB8-02FD34D89EAF}"/>
              </a:ext>
            </a:extLst>
          </p:cNvPr>
          <p:cNvGrpSpPr/>
          <p:nvPr userDrawn="1"/>
        </p:nvGrpSpPr>
        <p:grpSpPr>
          <a:xfrm>
            <a:off x="10555935" y="811564"/>
            <a:ext cx="1207439" cy="281479"/>
            <a:chOff x="10555935" y="811564"/>
            <a:chExt cx="1207439" cy="281479"/>
          </a:xfrm>
        </p:grpSpPr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D187AA2D-D333-494A-AFBC-63CB00A3789C}"/>
                </a:ext>
              </a:extLst>
            </p:cNvPr>
            <p:cNvSpPr/>
            <p:nvPr/>
          </p:nvSpPr>
          <p:spPr>
            <a:xfrm>
              <a:off x="10555939" y="811565"/>
              <a:ext cx="69216" cy="96902"/>
            </a:xfrm>
            <a:custGeom>
              <a:avLst/>
              <a:gdLst>
                <a:gd name="connsiteX0" fmla="*/ 50758 w 69216"/>
                <a:gd name="connsiteY0" fmla="*/ 46144 h 96902"/>
                <a:gd name="connsiteX1" fmla="*/ 64602 w 69216"/>
                <a:gd name="connsiteY1" fmla="*/ 53835 h 96902"/>
                <a:gd name="connsiteX2" fmla="*/ 69216 w 69216"/>
                <a:gd name="connsiteY2" fmla="*/ 69217 h 96902"/>
                <a:gd name="connsiteX3" fmla="*/ 59988 w 69216"/>
                <a:gd name="connsiteY3" fmla="*/ 89212 h 96902"/>
                <a:gd name="connsiteX4" fmla="*/ 33839 w 69216"/>
                <a:gd name="connsiteY4" fmla="*/ 96903 h 96902"/>
                <a:gd name="connsiteX5" fmla="*/ 0 w 69216"/>
                <a:gd name="connsiteY5" fmla="*/ 96903 h 96902"/>
                <a:gd name="connsiteX6" fmla="*/ 0 w 69216"/>
                <a:gd name="connsiteY6" fmla="*/ 0 h 96902"/>
                <a:gd name="connsiteX7" fmla="*/ 33839 w 69216"/>
                <a:gd name="connsiteY7" fmla="*/ 0 h 96902"/>
                <a:gd name="connsiteX8" fmla="*/ 56912 w 69216"/>
                <a:gd name="connsiteY8" fmla="*/ 6153 h 96902"/>
                <a:gd name="connsiteX9" fmla="*/ 64602 w 69216"/>
                <a:gd name="connsiteY9" fmla="*/ 24610 h 96902"/>
                <a:gd name="connsiteX10" fmla="*/ 59988 w 69216"/>
                <a:gd name="connsiteY10" fmla="*/ 36915 h 96902"/>
                <a:gd name="connsiteX11" fmla="*/ 50758 w 69216"/>
                <a:gd name="connsiteY11" fmla="*/ 46144 h 96902"/>
                <a:gd name="connsiteX12" fmla="*/ 33839 w 69216"/>
                <a:gd name="connsiteY12" fmla="*/ 12305 h 96902"/>
                <a:gd name="connsiteX13" fmla="*/ 12305 w 69216"/>
                <a:gd name="connsiteY13" fmla="*/ 12305 h 96902"/>
                <a:gd name="connsiteX14" fmla="*/ 12305 w 69216"/>
                <a:gd name="connsiteY14" fmla="*/ 39992 h 96902"/>
                <a:gd name="connsiteX15" fmla="*/ 33839 w 69216"/>
                <a:gd name="connsiteY15" fmla="*/ 39992 h 96902"/>
                <a:gd name="connsiteX16" fmla="*/ 52297 w 69216"/>
                <a:gd name="connsiteY16" fmla="*/ 26148 h 96902"/>
                <a:gd name="connsiteX17" fmla="*/ 33839 w 69216"/>
                <a:gd name="connsiteY17" fmla="*/ 12305 h 96902"/>
                <a:gd name="connsiteX18" fmla="*/ 12305 w 69216"/>
                <a:gd name="connsiteY18" fmla="*/ 86136 h 96902"/>
                <a:gd name="connsiteX19" fmla="*/ 35377 w 69216"/>
                <a:gd name="connsiteY19" fmla="*/ 86136 h 96902"/>
                <a:gd name="connsiteX20" fmla="*/ 56912 w 69216"/>
                <a:gd name="connsiteY20" fmla="*/ 70754 h 96902"/>
                <a:gd name="connsiteX21" fmla="*/ 52297 w 69216"/>
                <a:gd name="connsiteY21" fmla="*/ 58450 h 96902"/>
                <a:gd name="connsiteX22" fmla="*/ 36915 w 69216"/>
                <a:gd name="connsiteY22" fmla="*/ 53835 h 96902"/>
                <a:gd name="connsiteX23" fmla="*/ 12305 w 69216"/>
                <a:gd name="connsiteY23" fmla="*/ 53835 h 96902"/>
                <a:gd name="connsiteX24" fmla="*/ 12305 w 69216"/>
                <a:gd name="connsiteY24" fmla="*/ 86136 h 9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216" h="96902">
                  <a:moveTo>
                    <a:pt x="50758" y="46144"/>
                  </a:moveTo>
                  <a:cubicBezTo>
                    <a:pt x="56911" y="47682"/>
                    <a:pt x="61526" y="49221"/>
                    <a:pt x="64602" y="53835"/>
                  </a:cubicBezTo>
                  <a:cubicBezTo>
                    <a:pt x="67679" y="58450"/>
                    <a:pt x="69216" y="63064"/>
                    <a:pt x="69216" y="69217"/>
                  </a:cubicBezTo>
                  <a:cubicBezTo>
                    <a:pt x="69216" y="78445"/>
                    <a:pt x="66140" y="84598"/>
                    <a:pt x="59988" y="89212"/>
                  </a:cubicBezTo>
                  <a:cubicBezTo>
                    <a:pt x="53835" y="93827"/>
                    <a:pt x="46145" y="96903"/>
                    <a:pt x="33839" y="96903"/>
                  </a:cubicBezTo>
                  <a:lnTo>
                    <a:pt x="0" y="96903"/>
                  </a:lnTo>
                  <a:lnTo>
                    <a:pt x="0" y="0"/>
                  </a:lnTo>
                  <a:lnTo>
                    <a:pt x="33839" y="0"/>
                  </a:lnTo>
                  <a:cubicBezTo>
                    <a:pt x="43068" y="0"/>
                    <a:pt x="50759" y="1538"/>
                    <a:pt x="56912" y="6153"/>
                  </a:cubicBezTo>
                  <a:cubicBezTo>
                    <a:pt x="63064" y="10767"/>
                    <a:pt x="64602" y="16920"/>
                    <a:pt x="64602" y="24610"/>
                  </a:cubicBezTo>
                  <a:cubicBezTo>
                    <a:pt x="64602" y="29225"/>
                    <a:pt x="63064" y="33839"/>
                    <a:pt x="59988" y="36915"/>
                  </a:cubicBezTo>
                  <a:cubicBezTo>
                    <a:pt x="58449" y="43068"/>
                    <a:pt x="55373" y="44606"/>
                    <a:pt x="50758" y="46144"/>
                  </a:cubicBezTo>
                  <a:close/>
                  <a:moveTo>
                    <a:pt x="33839" y="12305"/>
                  </a:moveTo>
                  <a:lnTo>
                    <a:pt x="12305" y="12305"/>
                  </a:lnTo>
                  <a:lnTo>
                    <a:pt x="12305" y="39992"/>
                  </a:lnTo>
                  <a:lnTo>
                    <a:pt x="33839" y="39992"/>
                  </a:lnTo>
                  <a:cubicBezTo>
                    <a:pt x="46145" y="39992"/>
                    <a:pt x="52297" y="35377"/>
                    <a:pt x="52297" y="26148"/>
                  </a:cubicBezTo>
                  <a:cubicBezTo>
                    <a:pt x="52297" y="16920"/>
                    <a:pt x="46145" y="12305"/>
                    <a:pt x="33839" y="12305"/>
                  </a:cubicBezTo>
                  <a:close/>
                  <a:moveTo>
                    <a:pt x="12305" y="86136"/>
                  </a:moveTo>
                  <a:lnTo>
                    <a:pt x="35377" y="86136"/>
                  </a:lnTo>
                  <a:cubicBezTo>
                    <a:pt x="50758" y="86136"/>
                    <a:pt x="56912" y="81521"/>
                    <a:pt x="56912" y="70754"/>
                  </a:cubicBezTo>
                  <a:cubicBezTo>
                    <a:pt x="56912" y="66140"/>
                    <a:pt x="55373" y="61526"/>
                    <a:pt x="52297" y="58450"/>
                  </a:cubicBezTo>
                  <a:cubicBezTo>
                    <a:pt x="49221" y="55373"/>
                    <a:pt x="43068" y="53835"/>
                    <a:pt x="36915" y="53835"/>
                  </a:cubicBezTo>
                  <a:lnTo>
                    <a:pt x="12305" y="53835"/>
                  </a:lnTo>
                  <a:lnTo>
                    <a:pt x="12305" y="86136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CE728187-388C-47CD-8F57-052B5E9C8D76}"/>
                </a:ext>
              </a:extLst>
            </p:cNvPr>
            <p:cNvSpPr/>
            <p:nvPr/>
          </p:nvSpPr>
          <p:spPr>
            <a:xfrm>
              <a:off x="10646685" y="811564"/>
              <a:ext cx="93826" cy="98441"/>
            </a:xfrm>
            <a:custGeom>
              <a:avLst/>
              <a:gdLst>
                <a:gd name="connsiteX0" fmla="*/ 12305 w 93826"/>
                <a:gd name="connsiteY0" fmla="*/ 38454 h 98441"/>
                <a:gd name="connsiteX1" fmla="*/ 35377 w 93826"/>
                <a:gd name="connsiteY1" fmla="*/ 38454 h 98441"/>
                <a:gd name="connsiteX2" fmla="*/ 59987 w 93826"/>
                <a:gd name="connsiteY2" fmla="*/ 46144 h 98441"/>
                <a:gd name="connsiteX3" fmla="*/ 67678 w 93826"/>
                <a:gd name="connsiteY3" fmla="*/ 67678 h 98441"/>
                <a:gd name="connsiteX4" fmla="*/ 58449 w 93826"/>
                <a:gd name="connsiteY4" fmla="*/ 89212 h 98441"/>
                <a:gd name="connsiteX5" fmla="*/ 33839 w 93826"/>
                <a:gd name="connsiteY5" fmla="*/ 96903 h 98441"/>
                <a:gd name="connsiteX6" fmla="*/ 0 w 93826"/>
                <a:gd name="connsiteY6" fmla="*/ 96903 h 98441"/>
                <a:gd name="connsiteX7" fmla="*/ 0 w 93826"/>
                <a:gd name="connsiteY7" fmla="*/ 0 h 98441"/>
                <a:gd name="connsiteX8" fmla="*/ 12305 w 93826"/>
                <a:gd name="connsiteY8" fmla="*/ 0 h 98441"/>
                <a:gd name="connsiteX9" fmla="*/ 12305 w 93826"/>
                <a:gd name="connsiteY9" fmla="*/ 38454 h 98441"/>
                <a:gd name="connsiteX10" fmla="*/ 12305 w 93826"/>
                <a:gd name="connsiteY10" fmla="*/ 86136 h 98441"/>
                <a:gd name="connsiteX11" fmla="*/ 32301 w 93826"/>
                <a:gd name="connsiteY11" fmla="*/ 86136 h 98441"/>
                <a:gd name="connsiteX12" fmla="*/ 49220 w 93826"/>
                <a:gd name="connsiteY12" fmla="*/ 81521 h 98441"/>
                <a:gd name="connsiteX13" fmla="*/ 55373 w 93826"/>
                <a:gd name="connsiteY13" fmla="*/ 67678 h 98441"/>
                <a:gd name="connsiteX14" fmla="*/ 49220 w 93826"/>
                <a:gd name="connsiteY14" fmla="*/ 53835 h 98441"/>
                <a:gd name="connsiteX15" fmla="*/ 32301 w 93826"/>
                <a:gd name="connsiteY15" fmla="*/ 49221 h 98441"/>
                <a:gd name="connsiteX16" fmla="*/ 12305 w 93826"/>
                <a:gd name="connsiteY16" fmla="*/ 49221 h 98441"/>
                <a:gd name="connsiteX17" fmla="*/ 12305 w 93826"/>
                <a:gd name="connsiteY17" fmla="*/ 86136 h 98441"/>
                <a:gd name="connsiteX18" fmla="*/ 81522 w 93826"/>
                <a:gd name="connsiteY18" fmla="*/ 1538 h 98441"/>
                <a:gd name="connsiteX19" fmla="*/ 93826 w 93826"/>
                <a:gd name="connsiteY19" fmla="*/ 1538 h 98441"/>
                <a:gd name="connsiteX20" fmla="*/ 93826 w 93826"/>
                <a:gd name="connsiteY20" fmla="*/ 98441 h 98441"/>
                <a:gd name="connsiteX21" fmla="*/ 81522 w 93826"/>
                <a:gd name="connsiteY21" fmla="*/ 98441 h 98441"/>
                <a:gd name="connsiteX22" fmla="*/ 81522 w 93826"/>
                <a:gd name="connsiteY22" fmla="*/ 1538 h 9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826" h="98441">
                  <a:moveTo>
                    <a:pt x="12305" y="38454"/>
                  </a:moveTo>
                  <a:lnTo>
                    <a:pt x="35377" y="38454"/>
                  </a:lnTo>
                  <a:cubicBezTo>
                    <a:pt x="46144" y="38454"/>
                    <a:pt x="53834" y="41530"/>
                    <a:pt x="59987" y="46144"/>
                  </a:cubicBezTo>
                  <a:cubicBezTo>
                    <a:pt x="66140" y="50758"/>
                    <a:pt x="67678" y="58449"/>
                    <a:pt x="67678" y="67678"/>
                  </a:cubicBezTo>
                  <a:cubicBezTo>
                    <a:pt x="67678" y="76907"/>
                    <a:pt x="64602" y="83060"/>
                    <a:pt x="58449" y="89212"/>
                  </a:cubicBezTo>
                  <a:cubicBezTo>
                    <a:pt x="52297" y="95365"/>
                    <a:pt x="44606" y="96903"/>
                    <a:pt x="33839" y="96903"/>
                  </a:cubicBezTo>
                  <a:lnTo>
                    <a:pt x="0" y="96903"/>
                  </a:lnTo>
                  <a:lnTo>
                    <a:pt x="0" y="0"/>
                  </a:lnTo>
                  <a:lnTo>
                    <a:pt x="12305" y="0"/>
                  </a:lnTo>
                  <a:lnTo>
                    <a:pt x="12305" y="38454"/>
                  </a:lnTo>
                  <a:close/>
                  <a:moveTo>
                    <a:pt x="12305" y="86136"/>
                  </a:moveTo>
                  <a:lnTo>
                    <a:pt x="32301" y="86136"/>
                  </a:lnTo>
                  <a:cubicBezTo>
                    <a:pt x="38453" y="86136"/>
                    <a:pt x="44606" y="84598"/>
                    <a:pt x="49220" y="81521"/>
                  </a:cubicBezTo>
                  <a:cubicBezTo>
                    <a:pt x="53835" y="78445"/>
                    <a:pt x="55373" y="73831"/>
                    <a:pt x="55373" y="67678"/>
                  </a:cubicBezTo>
                  <a:cubicBezTo>
                    <a:pt x="55373" y="61526"/>
                    <a:pt x="53835" y="56911"/>
                    <a:pt x="49220" y="53835"/>
                  </a:cubicBezTo>
                  <a:cubicBezTo>
                    <a:pt x="44606" y="50758"/>
                    <a:pt x="39992" y="49221"/>
                    <a:pt x="32301" y="49221"/>
                  </a:cubicBezTo>
                  <a:lnTo>
                    <a:pt x="12305" y="49221"/>
                  </a:lnTo>
                  <a:lnTo>
                    <a:pt x="12305" y="86136"/>
                  </a:lnTo>
                  <a:close/>
                  <a:moveTo>
                    <a:pt x="81522" y="1538"/>
                  </a:moveTo>
                  <a:lnTo>
                    <a:pt x="93826" y="1538"/>
                  </a:lnTo>
                  <a:lnTo>
                    <a:pt x="93826" y="98441"/>
                  </a:lnTo>
                  <a:lnTo>
                    <a:pt x="81522" y="98441"/>
                  </a:lnTo>
                  <a:lnTo>
                    <a:pt x="81522" y="1538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6B28AA48-ACD3-47F8-9C1F-1352435CBF4D}"/>
                </a:ext>
              </a:extLst>
            </p:cNvPr>
            <p:cNvSpPr/>
            <p:nvPr/>
          </p:nvSpPr>
          <p:spPr>
            <a:xfrm>
              <a:off x="10768195" y="811564"/>
              <a:ext cx="64601" cy="96902"/>
            </a:xfrm>
            <a:custGeom>
              <a:avLst/>
              <a:gdLst>
                <a:gd name="connsiteX0" fmla="*/ 12305 w 64601"/>
                <a:gd name="connsiteY0" fmla="*/ 38454 h 96902"/>
                <a:gd name="connsiteX1" fmla="*/ 32301 w 64601"/>
                <a:gd name="connsiteY1" fmla="*/ 38454 h 96902"/>
                <a:gd name="connsiteX2" fmla="*/ 56911 w 64601"/>
                <a:gd name="connsiteY2" fmla="*/ 46144 h 96902"/>
                <a:gd name="connsiteX3" fmla="*/ 64602 w 64601"/>
                <a:gd name="connsiteY3" fmla="*/ 67678 h 96902"/>
                <a:gd name="connsiteX4" fmla="*/ 55373 w 64601"/>
                <a:gd name="connsiteY4" fmla="*/ 89212 h 96902"/>
                <a:gd name="connsiteX5" fmla="*/ 30762 w 64601"/>
                <a:gd name="connsiteY5" fmla="*/ 96903 h 96902"/>
                <a:gd name="connsiteX6" fmla="*/ 0 w 64601"/>
                <a:gd name="connsiteY6" fmla="*/ 96903 h 96902"/>
                <a:gd name="connsiteX7" fmla="*/ 0 w 64601"/>
                <a:gd name="connsiteY7" fmla="*/ 0 h 96902"/>
                <a:gd name="connsiteX8" fmla="*/ 56911 w 64601"/>
                <a:gd name="connsiteY8" fmla="*/ 0 h 96902"/>
                <a:gd name="connsiteX9" fmla="*/ 56911 w 64601"/>
                <a:gd name="connsiteY9" fmla="*/ 12305 h 96902"/>
                <a:gd name="connsiteX10" fmla="*/ 12305 w 64601"/>
                <a:gd name="connsiteY10" fmla="*/ 12305 h 96902"/>
                <a:gd name="connsiteX11" fmla="*/ 12305 w 64601"/>
                <a:gd name="connsiteY11" fmla="*/ 38454 h 96902"/>
                <a:gd name="connsiteX12" fmla="*/ 12305 w 64601"/>
                <a:gd name="connsiteY12" fmla="*/ 86136 h 96902"/>
                <a:gd name="connsiteX13" fmla="*/ 30762 w 64601"/>
                <a:gd name="connsiteY13" fmla="*/ 86136 h 96902"/>
                <a:gd name="connsiteX14" fmla="*/ 47682 w 64601"/>
                <a:gd name="connsiteY14" fmla="*/ 81521 h 96902"/>
                <a:gd name="connsiteX15" fmla="*/ 53835 w 64601"/>
                <a:gd name="connsiteY15" fmla="*/ 67678 h 96902"/>
                <a:gd name="connsiteX16" fmla="*/ 47682 w 64601"/>
                <a:gd name="connsiteY16" fmla="*/ 53835 h 96902"/>
                <a:gd name="connsiteX17" fmla="*/ 30762 w 64601"/>
                <a:gd name="connsiteY17" fmla="*/ 49221 h 96902"/>
                <a:gd name="connsiteX18" fmla="*/ 13844 w 64601"/>
                <a:gd name="connsiteY18" fmla="*/ 49221 h 96902"/>
                <a:gd name="connsiteX19" fmla="*/ 13844 w 64601"/>
                <a:gd name="connsiteY19" fmla="*/ 86136 h 96902"/>
                <a:gd name="connsiteX20" fmla="*/ 12305 w 64601"/>
                <a:gd name="connsiteY20" fmla="*/ 86136 h 9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4601" h="96902">
                  <a:moveTo>
                    <a:pt x="12305" y="38454"/>
                  </a:moveTo>
                  <a:lnTo>
                    <a:pt x="32301" y="38454"/>
                  </a:lnTo>
                  <a:cubicBezTo>
                    <a:pt x="43068" y="38454"/>
                    <a:pt x="50759" y="41530"/>
                    <a:pt x="56911" y="46144"/>
                  </a:cubicBezTo>
                  <a:cubicBezTo>
                    <a:pt x="63064" y="50758"/>
                    <a:pt x="64602" y="58449"/>
                    <a:pt x="64602" y="67678"/>
                  </a:cubicBezTo>
                  <a:cubicBezTo>
                    <a:pt x="64602" y="76907"/>
                    <a:pt x="61525" y="84598"/>
                    <a:pt x="55373" y="89212"/>
                  </a:cubicBezTo>
                  <a:cubicBezTo>
                    <a:pt x="49220" y="95365"/>
                    <a:pt x="41529" y="96903"/>
                    <a:pt x="30762" y="96903"/>
                  </a:cubicBezTo>
                  <a:lnTo>
                    <a:pt x="0" y="96903"/>
                  </a:lnTo>
                  <a:lnTo>
                    <a:pt x="0" y="0"/>
                  </a:lnTo>
                  <a:lnTo>
                    <a:pt x="56911" y="0"/>
                  </a:lnTo>
                  <a:lnTo>
                    <a:pt x="56911" y="12305"/>
                  </a:lnTo>
                  <a:lnTo>
                    <a:pt x="12305" y="12305"/>
                  </a:lnTo>
                  <a:lnTo>
                    <a:pt x="12305" y="38454"/>
                  </a:lnTo>
                  <a:close/>
                  <a:moveTo>
                    <a:pt x="12305" y="86136"/>
                  </a:moveTo>
                  <a:lnTo>
                    <a:pt x="30762" y="86136"/>
                  </a:lnTo>
                  <a:cubicBezTo>
                    <a:pt x="36915" y="86136"/>
                    <a:pt x="43068" y="84598"/>
                    <a:pt x="47682" y="81521"/>
                  </a:cubicBezTo>
                  <a:cubicBezTo>
                    <a:pt x="52297" y="78445"/>
                    <a:pt x="53835" y="73831"/>
                    <a:pt x="53835" y="67678"/>
                  </a:cubicBezTo>
                  <a:cubicBezTo>
                    <a:pt x="53835" y="61526"/>
                    <a:pt x="52297" y="56911"/>
                    <a:pt x="47682" y="53835"/>
                  </a:cubicBezTo>
                  <a:cubicBezTo>
                    <a:pt x="43068" y="50758"/>
                    <a:pt x="38453" y="49221"/>
                    <a:pt x="30762" y="49221"/>
                  </a:cubicBezTo>
                  <a:lnTo>
                    <a:pt x="13844" y="49221"/>
                  </a:lnTo>
                  <a:lnTo>
                    <a:pt x="13844" y="86136"/>
                  </a:lnTo>
                  <a:lnTo>
                    <a:pt x="12305" y="86136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A335373E-BDD5-49DA-91BF-20A340C1C516}"/>
                </a:ext>
              </a:extLst>
            </p:cNvPr>
            <p:cNvSpPr/>
            <p:nvPr/>
          </p:nvSpPr>
          <p:spPr>
            <a:xfrm>
              <a:off x="10848183" y="811564"/>
              <a:ext cx="98441" cy="98441"/>
            </a:xfrm>
            <a:custGeom>
              <a:avLst/>
              <a:gdLst>
                <a:gd name="connsiteX0" fmla="*/ 49221 w 98441"/>
                <a:gd name="connsiteY0" fmla="*/ 98441 h 98441"/>
                <a:gd name="connsiteX1" fmla="*/ 13843 w 98441"/>
                <a:gd name="connsiteY1" fmla="*/ 84598 h 98441"/>
                <a:gd name="connsiteX2" fmla="*/ 0 w 98441"/>
                <a:gd name="connsiteY2" fmla="*/ 49221 h 98441"/>
                <a:gd name="connsiteX3" fmla="*/ 13843 w 98441"/>
                <a:gd name="connsiteY3" fmla="*/ 13843 h 98441"/>
                <a:gd name="connsiteX4" fmla="*/ 49221 w 98441"/>
                <a:gd name="connsiteY4" fmla="*/ 0 h 98441"/>
                <a:gd name="connsiteX5" fmla="*/ 84598 w 98441"/>
                <a:gd name="connsiteY5" fmla="*/ 13843 h 98441"/>
                <a:gd name="connsiteX6" fmla="*/ 98441 w 98441"/>
                <a:gd name="connsiteY6" fmla="*/ 49221 h 98441"/>
                <a:gd name="connsiteX7" fmla="*/ 84598 w 98441"/>
                <a:gd name="connsiteY7" fmla="*/ 84598 h 98441"/>
                <a:gd name="connsiteX8" fmla="*/ 49221 w 98441"/>
                <a:gd name="connsiteY8" fmla="*/ 98441 h 98441"/>
                <a:gd name="connsiteX9" fmla="*/ 49221 w 98441"/>
                <a:gd name="connsiteY9" fmla="*/ 87674 h 98441"/>
                <a:gd name="connsiteX10" fmla="*/ 75369 w 98441"/>
                <a:gd name="connsiteY10" fmla="*/ 76907 h 98441"/>
                <a:gd name="connsiteX11" fmla="*/ 84598 w 98441"/>
                <a:gd name="connsiteY11" fmla="*/ 49221 h 98441"/>
                <a:gd name="connsiteX12" fmla="*/ 73831 w 98441"/>
                <a:gd name="connsiteY12" fmla="*/ 23072 h 98441"/>
                <a:gd name="connsiteX13" fmla="*/ 47683 w 98441"/>
                <a:gd name="connsiteY13" fmla="*/ 12305 h 98441"/>
                <a:gd name="connsiteX14" fmla="*/ 21534 w 98441"/>
                <a:gd name="connsiteY14" fmla="*/ 23072 h 98441"/>
                <a:gd name="connsiteX15" fmla="*/ 10767 w 98441"/>
                <a:gd name="connsiteY15" fmla="*/ 50758 h 98441"/>
                <a:gd name="connsiteX16" fmla="*/ 21534 w 98441"/>
                <a:gd name="connsiteY16" fmla="*/ 78445 h 98441"/>
                <a:gd name="connsiteX17" fmla="*/ 49221 w 98441"/>
                <a:gd name="connsiteY17" fmla="*/ 87674 h 9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441" h="98441">
                  <a:moveTo>
                    <a:pt x="49221" y="98441"/>
                  </a:moveTo>
                  <a:cubicBezTo>
                    <a:pt x="35377" y="98441"/>
                    <a:pt x="23072" y="93827"/>
                    <a:pt x="13843" y="84598"/>
                  </a:cubicBezTo>
                  <a:cubicBezTo>
                    <a:pt x="4614" y="75369"/>
                    <a:pt x="0" y="63064"/>
                    <a:pt x="0" y="49221"/>
                  </a:cubicBezTo>
                  <a:cubicBezTo>
                    <a:pt x="0" y="35377"/>
                    <a:pt x="4614" y="23072"/>
                    <a:pt x="13843" y="13843"/>
                  </a:cubicBezTo>
                  <a:cubicBezTo>
                    <a:pt x="23072" y="4614"/>
                    <a:pt x="35377" y="0"/>
                    <a:pt x="49221" y="0"/>
                  </a:cubicBezTo>
                  <a:cubicBezTo>
                    <a:pt x="63064" y="0"/>
                    <a:pt x="75369" y="4614"/>
                    <a:pt x="84598" y="13843"/>
                  </a:cubicBezTo>
                  <a:cubicBezTo>
                    <a:pt x="93827" y="23072"/>
                    <a:pt x="98441" y="35377"/>
                    <a:pt x="98441" y="49221"/>
                  </a:cubicBezTo>
                  <a:cubicBezTo>
                    <a:pt x="98441" y="63064"/>
                    <a:pt x="93827" y="75369"/>
                    <a:pt x="84598" y="84598"/>
                  </a:cubicBezTo>
                  <a:cubicBezTo>
                    <a:pt x="75369" y="93827"/>
                    <a:pt x="63064" y="98441"/>
                    <a:pt x="49221" y="98441"/>
                  </a:cubicBezTo>
                  <a:close/>
                  <a:moveTo>
                    <a:pt x="49221" y="87674"/>
                  </a:moveTo>
                  <a:cubicBezTo>
                    <a:pt x="59988" y="87674"/>
                    <a:pt x="69216" y="84598"/>
                    <a:pt x="75369" y="76907"/>
                  </a:cubicBezTo>
                  <a:cubicBezTo>
                    <a:pt x="81522" y="69217"/>
                    <a:pt x="84598" y="59988"/>
                    <a:pt x="84598" y="49221"/>
                  </a:cubicBezTo>
                  <a:cubicBezTo>
                    <a:pt x="84598" y="38454"/>
                    <a:pt x="81522" y="29225"/>
                    <a:pt x="73831" y="23072"/>
                  </a:cubicBezTo>
                  <a:cubicBezTo>
                    <a:pt x="67678" y="15381"/>
                    <a:pt x="58450" y="12305"/>
                    <a:pt x="47683" y="12305"/>
                  </a:cubicBezTo>
                  <a:cubicBezTo>
                    <a:pt x="36916" y="12305"/>
                    <a:pt x="27686" y="15381"/>
                    <a:pt x="21534" y="23072"/>
                  </a:cubicBezTo>
                  <a:cubicBezTo>
                    <a:pt x="15381" y="30763"/>
                    <a:pt x="10767" y="39992"/>
                    <a:pt x="10767" y="50758"/>
                  </a:cubicBezTo>
                  <a:cubicBezTo>
                    <a:pt x="10767" y="61526"/>
                    <a:pt x="13843" y="70755"/>
                    <a:pt x="21534" y="78445"/>
                  </a:cubicBezTo>
                  <a:cubicBezTo>
                    <a:pt x="29225" y="86136"/>
                    <a:pt x="38454" y="87674"/>
                    <a:pt x="49221" y="87674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41307D64-307A-4F1E-9A4D-98DC87EF934F}"/>
                </a:ext>
              </a:extLst>
            </p:cNvPr>
            <p:cNvSpPr/>
            <p:nvPr/>
          </p:nvSpPr>
          <p:spPr>
            <a:xfrm>
              <a:off x="10968156" y="813103"/>
              <a:ext cx="63065" cy="96902"/>
            </a:xfrm>
            <a:custGeom>
              <a:avLst/>
              <a:gdLst>
                <a:gd name="connsiteX0" fmla="*/ 0 w 63065"/>
                <a:gd name="connsiteY0" fmla="*/ 0 h 96902"/>
                <a:gd name="connsiteX1" fmla="*/ 27687 w 63065"/>
                <a:gd name="connsiteY1" fmla="*/ 0 h 96902"/>
                <a:gd name="connsiteX2" fmla="*/ 53835 w 63065"/>
                <a:gd name="connsiteY2" fmla="*/ 7691 h 96902"/>
                <a:gd name="connsiteX3" fmla="*/ 63065 w 63065"/>
                <a:gd name="connsiteY3" fmla="*/ 29225 h 96902"/>
                <a:gd name="connsiteX4" fmla="*/ 53835 w 63065"/>
                <a:gd name="connsiteY4" fmla="*/ 50759 h 96902"/>
                <a:gd name="connsiteX5" fmla="*/ 27687 w 63065"/>
                <a:gd name="connsiteY5" fmla="*/ 58449 h 96902"/>
                <a:gd name="connsiteX6" fmla="*/ 12305 w 63065"/>
                <a:gd name="connsiteY6" fmla="*/ 58449 h 96902"/>
                <a:gd name="connsiteX7" fmla="*/ 12305 w 63065"/>
                <a:gd name="connsiteY7" fmla="*/ 96903 h 96902"/>
                <a:gd name="connsiteX8" fmla="*/ 0 w 63065"/>
                <a:gd name="connsiteY8" fmla="*/ 96903 h 96902"/>
                <a:gd name="connsiteX9" fmla="*/ 0 w 63065"/>
                <a:gd name="connsiteY9" fmla="*/ 0 h 96902"/>
                <a:gd name="connsiteX10" fmla="*/ 12305 w 63065"/>
                <a:gd name="connsiteY10" fmla="*/ 44606 h 96902"/>
                <a:gd name="connsiteX11" fmla="*/ 27687 w 63065"/>
                <a:gd name="connsiteY11" fmla="*/ 44606 h 96902"/>
                <a:gd name="connsiteX12" fmla="*/ 44607 w 63065"/>
                <a:gd name="connsiteY12" fmla="*/ 41530 h 96902"/>
                <a:gd name="connsiteX13" fmla="*/ 50759 w 63065"/>
                <a:gd name="connsiteY13" fmla="*/ 27687 h 96902"/>
                <a:gd name="connsiteX14" fmla="*/ 44607 w 63065"/>
                <a:gd name="connsiteY14" fmla="*/ 13843 h 96902"/>
                <a:gd name="connsiteX15" fmla="*/ 27687 w 63065"/>
                <a:gd name="connsiteY15" fmla="*/ 10767 h 96902"/>
                <a:gd name="connsiteX16" fmla="*/ 12305 w 63065"/>
                <a:gd name="connsiteY16" fmla="*/ 10767 h 96902"/>
                <a:gd name="connsiteX17" fmla="*/ 12305 w 63065"/>
                <a:gd name="connsiteY17" fmla="*/ 44606 h 9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65" h="96902">
                  <a:moveTo>
                    <a:pt x="0" y="0"/>
                  </a:moveTo>
                  <a:lnTo>
                    <a:pt x="27687" y="0"/>
                  </a:lnTo>
                  <a:cubicBezTo>
                    <a:pt x="38454" y="0"/>
                    <a:pt x="47682" y="3076"/>
                    <a:pt x="53835" y="7691"/>
                  </a:cubicBezTo>
                  <a:cubicBezTo>
                    <a:pt x="59987" y="12305"/>
                    <a:pt x="63065" y="19996"/>
                    <a:pt x="63065" y="29225"/>
                  </a:cubicBezTo>
                  <a:cubicBezTo>
                    <a:pt x="63065" y="39992"/>
                    <a:pt x="59987" y="46144"/>
                    <a:pt x="53835" y="50759"/>
                  </a:cubicBezTo>
                  <a:cubicBezTo>
                    <a:pt x="47682" y="55373"/>
                    <a:pt x="38454" y="58449"/>
                    <a:pt x="27687" y="58449"/>
                  </a:cubicBezTo>
                  <a:lnTo>
                    <a:pt x="12305" y="58449"/>
                  </a:lnTo>
                  <a:lnTo>
                    <a:pt x="12305" y="96903"/>
                  </a:lnTo>
                  <a:lnTo>
                    <a:pt x="0" y="96903"/>
                  </a:lnTo>
                  <a:lnTo>
                    <a:pt x="0" y="0"/>
                  </a:lnTo>
                  <a:close/>
                  <a:moveTo>
                    <a:pt x="12305" y="44606"/>
                  </a:moveTo>
                  <a:lnTo>
                    <a:pt x="27687" y="44606"/>
                  </a:lnTo>
                  <a:cubicBezTo>
                    <a:pt x="35377" y="44606"/>
                    <a:pt x="39992" y="43068"/>
                    <a:pt x="44607" y="41530"/>
                  </a:cubicBezTo>
                  <a:cubicBezTo>
                    <a:pt x="49221" y="38454"/>
                    <a:pt x="50759" y="35377"/>
                    <a:pt x="50759" y="27687"/>
                  </a:cubicBezTo>
                  <a:cubicBezTo>
                    <a:pt x="50759" y="21534"/>
                    <a:pt x="49221" y="16920"/>
                    <a:pt x="44607" y="13843"/>
                  </a:cubicBezTo>
                  <a:cubicBezTo>
                    <a:pt x="39992" y="10767"/>
                    <a:pt x="35377" y="10767"/>
                    <a:pt x="27687" y="10767"/>
                  </a:cubicBezTo>
                  <a:lnTo>
                    <a:pt x="12305" y="10767"/>
                  </a:lnTo>
                  <a:lnTo>
                    <a:pt x="12305" y="44606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FC593AA1-08D6-407A-A235-EA5E29C6931E}"/>
                </a:ext>
              </a:extLst>
            </p:cNvPr>
            <p:cNvSpPr/>
            <p:nvPr/>
          </p:nvSpPr>
          <p:spPr>
            <a:xfrm>
              <a:off x="11086590" y="811564"/>
              <a:ext cx="70756" cy="96902"/>
            </a:xfrm>
            <a:custGeom>
              <a:avLst/>
              <a:gdLst>
                <a:gd name="connsiteX0" fmla="*/ 52297 w 70756"/>
                <a:gd name="connsiteY0" fmla="*/ 46144 h 96902"/>
                <a:gd name="connsiteX1" fmla="*/ 66142 w 70756"/>
                <a:gd name="connsiteY1" fmla="*/ 53835 h 96902"/>
                <a:gd name="connsiteX2" fmla="*/ 70756 w 70756"/>
                <a:gd name="connsiteY2" fmla="*/ 69217 h 96902"/>
                <a:gd name="connsiteX3" fmla="*/ 61527 w 70756"/>
                <a:gd name="connsiteY3" fmla="*/ 89212 h 96902"/>
                <a:gd name="connsiteX4" fmla="*/ 35381 w 70756"/>
                <a:gd name="connsiteY4" fmla="*/ 96903 h 96902"/>
                <a:gd name="connsiteX5" fmla="*/ 0 w 70756"/>
                <a:gd name="connsiteY5" fmla="*/ 96903 h 96902"/>
                <a:gd name="connsiteX6" fmla="*/ 0 w 70756"/>
                <a:gd name="connsiteY6" fmla="*/ 0 h 96902"/>
                <a:gd name="connsiteX7" fmla="*/ 33842 w 70756"/>
                <a:gd name="connsiteY7" fmla="*/ 0 h 96902"/>
                <a:gd name="connsiteX8" fmla="*/ 56912 w 70756"/>
                <a:gd name="connsiteY8" fmla="*/ 6153 h 96902"/>
                <a:gd name="connsiteX9" fmla="*/ 64603 w 70756"/>
                <a:gd name="connsiteY9" fmla="*/ 24610 h 96902"/>
                <a:gd name="connsiteX10" fmla="*/ 59988 w 70756"/>
                <a:gd name="connsiteY10" fmla="*/ 36915 h 96902"/>
                <a:gd name="connsiteX11" fmla="*/ 52297 w 70756"/>
                <a:gd name="connsiteY11" fmla="*/ 46144 h 96902"/>
                <a:gd name="connsiteX12" fmla="*/ 33842 w 70756"/>
                <a:gd name="connsiteY12" fmla="*/ 12305 h 96902"/>
                <a:gd name="connsiteX13" fmla="*/ 12306 w 70756"/>
                <a:gd name="connsiteY13" fmla="*/ 12305 h 96902"/>
                <a:gd name="connsiteX14" fmla="*/ 12306 w 70756"/>
                <a:gd name="connsiteY14" fmla="*/ 39992 h 96902"/>
                <a:gd name="connsiteX15" fmla="*/ 33842 w 70756"/>
                <a:gd name="connsiteY15" fmla="*/ 39992 h 96902"/>
                <a:gd name="connsiteX16" fmla="*/ 52297 w 70756"/>
                <a:gd name="connsiteY16" fmla="*/ 26148 h 96902"/>
                <a:gd name="connsiteX17" fmla="*/ 33842 w 70756"/>
                <a:gd name="connsiteY17" fmla="*/ 12305 h 96902"/>
                <a:gd name="connsiteX18" fmla="*/ 12306 w 70756"/>
                <a:gd name="connsiteY18" fmla="*/ 86136 h 96902"/>
                <a:gd name="connsiteX19" fmla="*/ 35381 w 70756"/>
                <a:gd name="connsiteY19" fmla="*/ 86136 h 96902"/>
                <a:gd name="connsiteX20" fmla="*/ 56912 w 70756"/>
                <a:gd name="connsiteY20" fmla="*/ 70755 h 96902"/>
                <a:gd name="connsiteX21" fmla="*/ 52297 w 70756"/>
                <a:gd name="connsiteY21" fmla="*/ 58449 h 96902"/>
                <a:gd name="connsiteX22" fmla="*/ 36919 w 70756"/>
                <a:gd name="connsiteY22" fmla="*/ 53835 h 96902"/>
                <a:gd name="connsiteX23" fmla="*/ 12306 w 70756"/>
                <a:gd name="connsiteY23" fmla="*/ 53835 h 96902"/>
                <a:gd name="connsiteX24" fmla="*/ 12306 w 70756"/>
                <a:gd name="connsiteY24" fmla="*/ 86136 h 9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0756" h="96902">
                  <a:moveTo>
                    <a:pt x="52297" y="46144"/>
                  </a:moveTo>
                  <a:cubicBezTo>
                    <a:pt x="58450" y="47682"/>
                    <a:pt x="63065" y="49221"/>
                    <a:pt x="66142" y="53835"/>
                  </a:cubicBezTo>
                  <a:cubicBezTo>
                    <a:pt x="69218" y="58449"/>
                    <a:pt x="70756" y="63064"/>
                    <a:pt x="70756" y="69217"/>
                  </a:cubicBezTo>
                  <a:cubicBezTo>
                    <a:pt x="70756" y="78445"/>
                    <a:pt x="67680" y="84598"/>
                    <a:pt x="61527" y="89212"/>
                  </a:cubicBezTo>
                  <a:cubicBezTo>
                    <a:pt x="55374" y="93827"/>
                    <a:pt x="47682" y="96903"/>
                    <a:pt x="35381" y="96903"/>
                  </a:cubicBezTo>
                  <a:lnTo>
                    <a:pt x="0" y="96903"/>
                  </a:lnTo>
                  <a:lnTo>
                    <a:pt x="0" y="0"/>
                  </a:lnTo>
                  <a:lnTo>
                    <a:pt x="33842" y="0"/>
                  </a:lnTo>
                  <a:cubicBezTo>
                    <a:pt x="43072" y="0"/>
                    <a:pt x="50759" y="1538"/>
                    <a:pt x="56912" y="6153"/>
                  </a:cubicBezTo>
                  <a:cubicBezTo>
                    <a:pt x="63065" y="10767"/>
                    <a:pt x="64603" y="16920"/>
                    <a:pt x="64603" y="24610"/>
                  </a:cubicBezTo>
                  <a:cubicBezTo>
                    <a:pt x="64603" y="29225"/>
                    <a:pt x="63065" y="33839"/>
                    <a:pt x="59988" y="36915"/>
                  </a:cubicBezTo>
                  <a:cubicBezTo>
                    <a:pt x="58450" y="43068"/>
                    <a:pt x="55374" y="44606"/>
                    <a:pt x="52297" y="46144"/>
                  </a:cubicBezTo>
                  <a:close/>
                  <a:moveTo>
                    <a:pt x="33842" y="12305"/>
                  </a:moveTo>
                  <a:lnTo>
                    <a:pt x="12306" y="12305"/>
                  </a:lnTo>
                  <a:lnTo>
                    <a:pt x="12306" y="39992"/>
                  </a:lnTo>
                  <a:lnTo>
                    <a:pt x="33842" y="39992"/>
                  </a:lnTo>
                  <a:cubicBezTo>
                    <a:pt x="46144" y="39992"/>
                    <a:pt x="52297" y="35377"/>
                    <a:pt x="52297" y="26148"/>
                  </a:cubicBezTo>
                  <a:cubicBezTo>
                    <a:pt x="52297" y="16920"/>
                    <a:pt x="46144" y="12305"/>
                    <a:pt x="33842" y="12305"/>
                  </a:cubicBezTo>
                  <a:close/>
                  <a:moveTo>
                    <a:pt x="12306" y="86136"/>
                  </a:moveTo>
                  <a:lnTo>
                    <a:pt x="35381" y="86136"/>
                  </a:lnTo>
                  <a:cubicBezTo>
                    <a:pt x="50759" y="86136"/>
                    <a:pt x="56912" y="81521"/>
                    <a:pt x="56912" y="70755"/>
                  </a:cubicBezTo>
                  <a:cubicBezTo>
                    <a:pt x="56912" y="66140"/>
                    <a:pt x="55374" y="61526"/>
                    <a:pt x="52297" y="58449"/>
                  </a:cubicBezTo>
                  <a:cubicBezTo>
                    <a:pt x="49220" y="55373"/>
                    <a:pt x="43067" y="53835"/>
                    <a:pt x="36919" y="53835"/>
                  </a:cubicBezTo>
                  <a:lnTo>
                    <a:pt x="12306" y="53835"/>
                  </a:lnTo>
                  <a:lnTo>
                    <a:pt x="12306" y="86136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256D1159-8AD4-4FA0-9823-5B2E1E02D4AC}"/>
                </a:ext>
              </a:extLst>
            </p:cNvPr>
            <p:cNvSpPr/>
            <p:nvPr/>
          </p:nvSpPr>
          <p:spPr>
            <a:xfrm>
              <a:off x="11215797" y="813103"/>
              <a:ext cx="75371" cy="95365"/>
            </a:xfrm>
            <a:custGeom>
              <a:avLst/>
              <a:gdLst>
                <a:gd name="connsiteX0" fmla="*/ 10768 w 75371"/>
                <a:gd name="connsiteY0" fmla="*/ 95365 h 95365"/>
                <a:gd name="connsiteX1" fmla="*/ 0 w 75371"/>
                <a:gd name="connsiteY1" fmla="*/ 95365 h 95365"/>
                <a:gd name="connsiteX2" fmla="*/ 0 w 75371"/>
                <a:gd name="connsiteY2" fmla="*/ 0 h 95365"/>
                <a:gd name="connsiteX3" fmla="*/ 75371 w 75371"/>
                <a:gd name="connsiteY3" fmla="*/ 0 h 95365"/>
                <a:gd name="connsiteX4" fmla="*/ 75371 w 75371"/>
                <a:gd name="connsiteY4" fmla="*/ 95365 h 95365"/>
                <a:gd name="connsiteX5" fmla="*/ 64603 w 75371"/>
                <a:gd name="connsiteY5" fmla="*/ 95365 h 95365"/>
                <a:gd name="connsiteX6" fmla="*/ 64603 w 75371"/>
                <a:gd name="connsiteY6" fmla="*/ 10767 h 95365"/>
                <a:gd name="connsiteX7" fmla="*/ 10768 w 75371"/>
                <a:gd name="connsiteY7" fmla="*/ 10767 h 95365"/>
                <a:gd name="connsiteX8" fmla="*/ 10768 w 75371"/>
                <a:gd name="connsiteY8" fmla="*/ 95365 h 95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371" h="95365">
                  <a:moveTo>
                    <a:pt x="10768" y="95365"/>
                  </a:moveTo>
                  <a:lnTo>
                    <a:pt x="0" y="95365"/>
                  </a:lnTo>
                  <a:lnTo>
                    <a:pt x="0" y="0"/>
                  </a:lnTo>
                  <a:lnTo>
                    <a:pt x="75371" y="0"/>
                  </a:lnTo>
                  <a:lnTo>
                    <a:pt x="75371" y="95365"/>
                  </a:lnTo>
                  <a:lnTo>
                    <a:pt x="64603" y="95365"/>
                  </a:lnTo>
                  <a:lnTo>
                    <a:pt x="64603" y="10767"/>
                  </a:lnTo>
                  <a:lnTo>
                    <a:pt x="10768" y="10767"/>
                  </a:lnTo>
                  <a:lnTo>
                    <a:pt x="10768" y="95365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1B1D00CA-50B7-4A10-A183-FF85911BA232}"/>
                </a:ext>
              </a:extLst>
            </p:cNvPr>
            <p:cNvSpPr/>
            <p:nvPr/>
          </p:nvSpPr>
          <p:spPr>
            <a:xfrm>
              <a:off x="11314237" y="811564"/>
              <a:ext cx="98440" cy="98441"/>
            </a:xfrm>
            <a:custGeom>
              <a:avLst/>
              <a:gdLst>
                <a:gd name="connsiteX0" fmla="*/ 49220 w 98440"/>
                <a:gd name="connsiteY0" fmla="*/ 98441 h 98441"/>
                <a:gd name="connsiteX1" fmla="*/ 13845 w 98440"/>
                <a:gd name="connsiteY1" fmla="*/ 84598 h 98441"/>
                <a:gd name="connsiteX2" fmla="*/ 0 w 98440"/>
                <a:gd name="connsiteY2" fmla="*/ 49221 h 98441"/>
                <a:gd name="connsiteX3" fmla="*/ 13845 w 98440"/>
                <a:gd name="connsiteY3" fmla="*/ 13843 h 98441"/>
                <a:gd name="connsiteX4" fmla="*/ 49220 w 98440"/>
                <a:gd name="connsiteY4" fmla="*/ 0 h 98441"/>
                <a:gd name="connsiteX5" fmla="*/ 84596 w 98440"/>
                <a:gd name="connsiteY5" fmla="*/ 13843 h 98441"/>
                <a:gd name="connsiteX6" fmla="*/ 98441 w 98440"/>
                <a:gd name="connsiteY6" fmla="*/ 49221 h 98441"/>
                <a:gd name="connsiteX7" fmla="*/ 84596 w 98440"/>
                <a:gd name="connsiteY7" fmla="*/ 84598 h 98441"/>
                <a:gd name="connsiteX8" fmla="*/ 49220 w 98440"/>
                <a:gd name="connsiteY8" fmla="*/ 98441 h 98441"/>
                <a:gd name="connsiteX9" fmla="*/ 49220 w 98440"/>
                <a:gd name="connsiteY9" fmla="*/ 87674 h 98441"/>
                <a:gd name="connsiteX10" fmla="*/ 75371 w 98440"/>
                <a:gd name="connsiteY10" fmla="*/ 76907 h 98441"/>
                <a:gd name="connsiteX11" fmla="*/ 84596 w 98440"/>
                <a:gd name="connsiteY11" fmla="*/ 49221 h 98441"/>
                <a:gd name="connsiteX12" fmla="*/ 73833 w 98440"/>
                <a:gd name="connsiteY12" fmla="*/ 23072 h 98441"/>
                <a:gd name="connsiteX13" fmla="*/ 47682 w 98440"/>
                <a:gd name="connsiteY13" fmla="*/ 12305 h 98441"/>
                <a:gd name="connsiteX14" fmla="*/ 21536 w 98440"/>
                <a:gd name="connsiteY14" fmla="*/ 23072 h 98441"/>
                <a:gd name="connsiteX15" fmla="*/ 10768 w 98440"/>
                <a:gd name="connsiteY15" fmla="*/ 50758 h 98441"/>
                <a:gd name="connsiteX16" fmla="*/ 21536 w 98440"/>
                <a:gd name="connsiteY16" fmla="*/ 78445 h 98441"/>
                <a:gd name="connsiteX17" fmla="*/ 49220 w 98440"/>
                <a:gd name="connsiteY17" fmla="*/ 87674 h 9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440" h="98441">
                  <a:moveTo>
                    <a:pt x="49220" y="98441"/>
                  </a:moveTo>
                  <a:cubicBezTo>
                    <a:pt x="35376" y="98441"/>
                    <a:pt x="23074" y="93827"/>
                    <a:pt x="13845" y="84598"/>
                  </a:cubicBezTo>
                  <a:cubicBezTo>
                    <a:pt x="4615" y="75369"/>
                    <a:pt x="0" y="63064"/>
                    <a:pt x="0" y="49221"/>
                  </a:cubicBezTo>
                  <a:cubicBezTo>
                    <a:pt x="0" y="35377"/>
                    <a:pt x="4615" y="23072"/>
                    <a:pt x="13845" y="13843"/>
                  </a:cubicBezTo>
                  <a:cubicBezTo>
                    <a:pt x="23074" y="4614"/>
                    <a:pt x="35376" y="0"/>
                    <a:pt x="49220" y="0"/>
                  </a:cubicBezTo>
                  <a:cubicBezTo>
                    <a:pt x="63065" y="0"/>
                    <a:pt x="75371" y="4614"/>
                    <a:pt x="84596" y="13843"/>
                  </a:cubicBezTo>
                  <a:cubicBezTo>
                    <a:pt x="93826" y="23072"/>
                    <a:pt x="98441" y="35377"/>
                    <a:pt x="98441" y="49221"/>
                  </a:cubicBezTo>
                  <a:cubicBezTo>
                    <a:pt x="98441" y="63064"/>
                    <a:pt x="93826" y="75369"/>
                    <a:pt x="84596" y="84598"/>
                  </a:cubicBezTo>
                  <a:cubicBezTo>
                    <a:pt x="75371" y="93827"/>
                    <a:pt x="63065" y="98441"/>
                    <a:pt x="49220" y="98441"/>
                  </a:cubicBezTo>
                  <a:close/>
                  <a:moveTo>
                    <a:pt x="49220" y="87674"/>
                  </a:moveTo>
                  <a:cubicBezTo>
                    <a:pt x="59988" y="87674"/>
                    <a:pt x="69218" y="84598"/>
                    <a:pt x="75371" y="76907"/>
                  </a:cubicBezTo>
                  <a:cubicBezTo>
                    <a:pt x="81525" y="69217"/>
                    <a:pt x="84596" y="59988"/>
                    <a:pt x="84596" y="49221"/>
                  </a:cubicBezTo>
                  <a:cubicBezTo>
                    <a:pt x="84596" y="38454"/>
                    <a:pt x="81525" y="29225"/>
                    <a:pt x="73833" y="23072"/>
                  </a:cubicBezTo>
                  <a:cubicBezTo>
                    <a:pt x="67680" y="15381"/>
                    <a:pt x="58450" y="12305"/>
                    <a:pt x="47682" y="12305"/>
                  </a:cubicBezTo>
                  <a:cubicBezTo>
                    <a:pt x="36914" y="12305"/>
                    <a:pt x="27689" y="15381"/>
                    <a:pt x="21536" y="23072"/>
                  </a:cubicBezTo>
                  <a:cubicBezTo>
                    <a:pt x="15383" y="30763"/>
                    <a:pt x="10768" y="39992"/>
                    <a:pt x="10768" y="50758"/>
                  </a:cubicBezTo>
                  <a:cubicBezTo>
                    <a:pt x="10768" y="61526"/>
                    <a:pt x="13845" y="70755"/>
                    <a:pt x="21536" y="78445"/>
                  </a:cubicBezTo>
                  <a:cubicBezTo>
                    <a:pt x="29228" y="86136"/>
                    <a:pt x="38452" y="87674"/>
                    <a:pt x="49220" y="87674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4190C3F8-D6D7-4943-9170-54A61372575B}"/>
                </a:ext>
              </a:extLst>
            </p:cNvPr>
            <p:cNvSpPr/>
            <p:nvPr/>
          </p:nvSpPr>
          <p:spPr>
            <a:xfrm>
              <a:off x="11420370" y="811564"/>
              <a:ext cx="81524" cy="98441"/>
            </a:xfrm>
            <a:custGeom>
              <a:avLst/>
              <a:gdLst>
                <a:gd name="connsiteX0" fmla="*/ 4615 w 81524"/>
                <a:gd name="connsiteY0" fmla="*/ 98441 h 98441"/>
                <a:gd name="connsiteX1" fmla="*/ 0 w 81524"/>
                <a:gd name="connsiteY1" fmla="*/ 98441 h 98441"/>
                <a:gd name="connsiteX2" fmla="*/ 0 w 81524"/>
                <a:gd name="connsiteY2" fmla="*/ 86136 h 98441"/>
                <a:gd name="connsiteX3" fmla="*/ 3077 w 81524"/>
                <a:gd name="connsiteY3" fmla="*/ 86136 h 98441"/>
                <a:gd name="connsiteX4" fmla="*/ 16921 w 81524"/>
                <a:gd name="connsiteY4" fmla="*/ 66140 h 98441"/>
                <a:gd name="connsiteX5" fmla="*/ 18459 w 81524"/>
                <a:gd name="connsiteY5" fmla="*/ 52297 h 98441"/>
                <a:gd name="connsiteX6" fmla="*/ 19998 w 81524"/>
                <a:gd name="connsiteY6" fmla="*/ 33839 h 98441"/>
                <a:gd name="connsiteX7" fmla="*/ 21536 w 81524"/>
                <a:gd name="connsiteY7" fmla="*/ 0 h 98441"/>
                <a:gd name="connsiteX8" fmla="*/ 81524 w 81524"/>
                <a:gd name="connsiteY8" fmla="*/ 0 h 98441"/>
                <a:gd name="connsiteX9" fmla="*/ 81524 w 81524"/>
                <a:gd name="connsiteY9" fmla="*/ 96903 h 98441"/>
                <a:gd name="connsiteX10" fmla="*/ 69218 w 81524"/>
                <a:gd name="connsiteY10" fmla="*/ 96903 h 98441"/>
                <a:gd name="connsiteX11" fmla="*/ 69218 w 81524"/>
                <a:gd name="connsiteY11" fmla="*/ 12305 h 98441"/>
                <a:gd name="connsiteX12" fmla="*/ 32304 w 81524"/>
                <a:gd name="connsiteY12" fmla="*/ 12305 h 98441"/>
                <a:gd name="connsiteX13" fmla="*/ 29228 w 81524"/>
                <a:gd name="connsiteY13" fmla="*/ 67678 h 98441"/>
                <a:gd name="connsiteX14" fmla="*/ 21536 w 81524"/>
                <a:gd name="connsiteY14" fmla="*/ 90751 h 98441"/>
                <a:gd name="connsiteX15" fmla="*/ 4615 w 81524"/>
                <a:gd name="connsiteY15" fmla="*/ 98441 h 9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1524" h="98441">
                  <a:moveTo>
                    <a:pt x="4615" y="98441"/>
                  </a:moveTo>
                  <a:cubicBezTo>
                    <a:pt x="4615" y="98441"/>
                    <a:pt x="3077" y="98441"/>
                    <a:pt x="0" y="98441"/>
                  </a:cubicBezTo>
                  <a:lnTo>
                    <a:pt x="0" y="86136"/>
                  </a:lnTo>
                  <a:cubicBezTo>
                    <a:pt x="1538" y="86136"/>
                    <a:pt x="1538" y="86136"/>
                    <a:pt x="3077" y="86136"/>
                  </a:cubicBezTo>
                  <a:cubicBezTo>
                    <a:pt x="10768" y="86136"/>
                    <a:pt x="15383" y="79984"/>
                    <a:pt x="16921" y="66140"/>
                  </a:cubicBezTo>
                  <a:cubicBezTo>
                    <a:pt x="16921" y="64602"/>
                    <a:pt x="16921" y="59988"/>
                    <a:pt x="18459" y="52297"/>
                  </a:cubicBezTo>
                  <a:lnTo>
                    <a:pt x="19998" y="33839"/>
                  </a:lnTo>
                  <a:cubicBezTo>
                    <a:pt x="21536" y="16920"/>
                    <a:pt x="21536" y="4614"/>
                    <a:pt x="21536" y="0"/>
                  </a:cubicBezTo>
                  <a:lnTo>
                    <a:pt x="81524" y="0"/>
                  </a:lnTo>
                  <a:lnTo>
                    <a:pt x="81524" y="96903"/>
                  </a:lnTo>
                  <a:lnTo>
                    <a:pt x="69218" y="96903"/>
                  </a:lnTo>
                  <a:lnTo>
                    <a:pt x="69218" y="12305"/>
                  </a:lnTo>
                  <a:lnTo>
                    <a:pt x="32304" y="12305"/>
                  </a:lnTo>
                  <a:cubicBezTo>
                    <a:pt x="32304" y="29225"/>
                    <a:pt x="30766" y="47682"/>
                    <a:pt x="29228" y="67678"/>
                  </a:cubicBezTo>
                  <a:cubicBezTo>
                    <a:pt x="27689" y="78445"/>
                    <a:pt x="26151" y="84598"/>
                    <a:pt x="21536" y="90751"/>
                  </a:cubicBezTo>
                  <a:cubicBezTo>
                    <a:pt x="18459" y="96903"/>
                    <a:pt x="12306" y="98441"/>
                    <a:pt x="4615" y="98441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10266AF0-7DD0-47ED-B96F-E3D930813B67}"/>
                </a:ext>
              </a:extLst>
            </p:cNvPr>
            <p:cNvSpPr/>
            <p:nvPr/>
          </p:nvSpPr>
          <p:spPr>
            <a:xfrm>
              <a:off x="11529579" y="811564"/>
              <a:ext cx="67679" cy="96902"/>
            </a:xfrm>
            <a:custGeom>
              <a:avLst/>
              <a:gdLst>
                <a:gd name="connsiteX0" fmla="*/ 12306 w 67679"/>
                <a:gd name="connsiteY0" fmla="*/ 38454 h 96902"/>
                <a:gd name="connsiteX1" fmla="*/ 35376 w 67679"/>
                <a:gd name="connsiteY1" fmla="*/ 38454 h 96902"/>
                <a:gd name="connsiteX2" fmla="*/ 59988 w 67679"/>
                <a:gd name="connsiteY2" fmla="*/ 46144 h 96902"/>
                <a:gd name="connsiteX3" fmla="*/ 67680 w 67679"/>
                <a:gd name="connsiteY3" fmla="*/ 67678 h 96902"/>
                <a:gd name="connsiteX4" fmla="*/ 58450 w 67679"/>
                <a:gd name="connsiteY4" fmla="*/ 89212 h 96902"/>
                <a:gd name="connsiteX5" fmla="*/ 33838 w 67679"/>
                <a:gd name="connsiteY5" fmla="*/ 96903 h 96902"/>
                <a:gd name="connsiteX6" fmla="*/ 0 w 67679"/>
                <a:gd name="connsiteY6" fmla="*/ 96903 h 96902"/>
                <a:gd name="connsiteX7" fmla="*/ 0 w 67679"/>
                <a:gd name="connsiteY7" fmla="*/ 0 h 96902"/>
                <a:gd name="connsiteX8" fmla="*/ 12306 w 67679"/>
                <a:gd name="connsiteY8" fmla="*/ 0 h 96902"/>
                <a:gd name="connsiteX9" fmla="*/ 12306 w 67679"/>
                <a:gd name="connsiteY9" fmla="*/ 38454 h 96902"/>
                <a:gd name="connsiteX10" fmla="*/ 12306 w 67679"/>
                <a:gd name="connsiteY10" fmla="*/ 86136 h 96902"/>
                <a:gd name="connsiteX11" fmla="*/ 32299 w 67679"/>
                <a:gd name="connsiteY11" fmla="*/ 86136 h 96902"/>
                <a:gd name="connsiteX12" fmla="*/ 49220 w 67679"/>
                <a:gd name="connsiteY12" fmla="*/ 81521 h 96902"/>
                <a:gd name="connsiteX13" fmla="*/ 55374 w 67679"/>
                <a:gd name="connsiteY13" fmla="*/ 67678 h 96902"/>
                <a:gd name="connsiteX14" fmla="*/ 49220 w 67679"/>
                <a:gd name="connsiteY14" fmla="*/ 53835 h 96902"/>
                <a:gd name="connsiteX15" fmla="*/ 32299 w 67679"/>
                <a:gd name="connsiteY15" fmla="*/ 49221 h 96902"/>
                <a:gd name="connsiteX16" fmla="*/ 12306 w 67679"/>
                <a:gd name="connsiteY16" fmla="*/ 49221 h 96902"/>
                <a:gd name="connsiteX17" fmla="*/ 12306 w 67679"/>
                <a:gd name="connsiteY17" fmla="*/ 86136 h 9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679" h="96902">
                  <a:moveTo>
                    <a:pt x="12306" y="38454"/>
                  </a:moveTo>
                  <a:lnTo>
                    <a:pt x="35376" y="38454"/>
                  </a:lnTo>
                  <a:cubicBezTo>
                    <a:pt x="46144" y="38454"/>
                    <a:pt x="53835" y="41530"/>
                    <a:pt x="59988" y="46144"/>
                  </a:cubicBezTo>
                  <a:cubicBezTo>
                    <a:pt x="66142" y="50758"/>
                    <a:pt x="67680" y="58449"/>
                    <a:pt x="67680" y="67678"/>
                  </a:cubicBezTo>
                  <a:cubicBezTo>
                    <a:pt x="67680" y="76907"/>
                    <a:pt x="64603" y="84598"/>
                    <a:pt x="58450" y="89212"/>
                  </a:cubicBezTo>
                  <a:cubicBezTo>
                    <a:pt x="52297" y="95365"/>
                    <a:pt x="44606" y="96903"/>
                    <a:pt x="33838" y="96903"/>
                  </a:cubicBezTo>
                  <a:lnTo>
                    <a:pt x="0" y="96903"/>
                  </a:lnTo>
                  <a:lnTo>
                    <a:pt x="0" y="0"/>
                  </a:lnTo>
                  <a:lnTo>
                    <a:pt x="12306" y="0"/>
                  </a:lnTo>
                  <a:lnTo>
                    <a:pt x="12306" y="38454"/>
                  </a:lnTo>
                  <a:close/>
                  <a:moveTo>
                    <a:pt x="12306" y="86136"/>
                  </a:moveTo>
                  <a:lnTo>
                    <a:pt x="32299" y="86136"/>
                  </a:lnTo>
                  <a:cubicBezTo>
                    <a:pt x="38452" y="86136"/>
                    <a:pt x="44606" y="84598"/>
                    <a:pt x="49220" y="81521"/>
                  </a:cubicBezTo>
                  <a:cubicBezTo>
                    <a:pt x="53835" y="78445"/>
                    <a:pt x="55374" y="73831"/>
                    <a:pt x="55374" y="67678"/>
                  </a:cubicBezTo>
                  <a:cubicBezTo>
                    <a:pt x="55374" y="61526"/>
                    <a:pt x="53835" y="56911"/>
                    <a:pt x="49220" y="53835"/>
                  </a:cubicBezTo>
                  <a:cubicBezTo>
                    <a:pt x="44606" y="50758"/>
                    <a:pt x="39991" y="49221"/>
                    <a:pt x="32299" y="49221"/>
                  </a:cubicBezTo>
                  <a:lnTo>
                    <a:pt x="12306" y="49221"/>
                  </a:lnTo>
                  <a:lnTo>
                    <a:pt x="12306" y="86136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B496ACF6-0C22-42EB-9EA7-375BEA5A0F6C}"/>
                </a:ext>
              </a:extLst>
            </p:cNvPr>
            <p:cNvSpPr/>
            <p:nvPr/>
          </p:nvSpPr>
          <p:spPr>
            <a:xfrm>
              <a:off x="11608022" y="811564"/>
              <a:ext cx="64603" cy="98441"/>
            </a:xfrm>
            <a:custGeom>
              <a:avLst/>
              <a:gdLst>
                <a:gd name="connsiteX0" fmla="*/ 46144 w 64603"/>
                <a:gd name="connsiteY0" fmla="*/ 46144 h 98441"/>
                <a:gd name="connsiteX1" fmla="*/ 59988 w 64603"/>
                <a:gd name="connsiteY1" fmla="*/ 53835 h 98441"/>
                <a:gd name="connsiteX2" fmla="*/ 64603 w 64603"/>
                <a:gd name="connsiteY2" fmla="*/ 69217 h 98441"/>
                <a:gd name="connsiteX3" fmla="*/ 53835 w 64603"/>
                <a:gd name="connsiteY3" fmla="*/ 90751 h 98441"/>
                <a:gd name="connsiteX4" fmla="*/ 24613 w 64603"/>
                <a:gd name="connsiteY4" fmla="*/ 98441 h 98441"/>
                <a:gd name="connsiteX5" fmla="*/ 9230 w 64603"/>
                <a:gd name="connsiteY5" fmla="*/ 96903 h 98441"/>
                <a:gd name="connsiteX6" fmla="*/ 0 w 64603"/>
                <a:gd name="connsiteY6" fmla="*/ 95365 h 98441"/>
                <a:gd name="connsiteX7" fmla="*/ 0 w 64603"/>
                <a:gd name="connsiteY7" fmla="*/ 83060 h 98441"/>
                <a:gd name="connsiteX8" fmla="*/ 23074 w 64603"/>
                <a:gd name="connsiteY8" fmla="*/ 86136 h 98441"/>
                <a:gd name="connsiteX9" fmla="*/ 43072 w 64603"/>
                <a:gd name="connsiteY9" fmla="*/ 81521 h 98441"/>
                <a:gd name="connsiteX10" fmla="*/ 50759 w 64603"/>
                <a:gd name="connsiteY10" fmla="*/ 67678 h 98441"/>
                <a:gd name="connsiteX11" fmla="*/ 26151 w 64603"/>
                <a:gd name="connsiteY11" fmla="*/ 52297 h 98441"/>
                <a:gd name="connsiteX12" fmla="*/ 12306 w 64603"/>
                <a:gd name="connsiteY12" fmla="*/ 52297 h 98441"/>
                <a:gd name="connsiteX13" fmla="*/ 12306 w 64603"/>
                <a:gd name="connsiteY13" fmla="*/ 39992 h 98441"/>
                <a:gd name="connsiteX14" fmla="*/ 26151 w 64603"/>
                <a:gd name="connsiteY14" fmla="*/ 39992 h 98441"/>
                <a:gd name="connsiteX15" fmla="*/ 41534 w 64603"/>
                <a:gd name="connsiteY15" fmla="*/ 35377 h 98441"/>
                <a:gd name="connsiteX16" fmla="*/ 47682 w 64603"/>
                <a:gd name="connsiteY16" fmla="*/ 24610 h 98441"/>
                <a:gd name="connsiteX17" fmla="*/ 24613 w 64603"/>
                <a:gd name="connsiteY17" fmla="*/ 9229 h 98441"/>
                <a:gd name="connsiteX18" fmla="*/ 3077 w 64603"/>
                <a:gd name="connsiteY18" fmla="*/ 12305 h 98441"/>
                <a:gd name="connsiteX19" fmla="*/ 3077 w 64603"/>
                <a:gd name="connsiteY19" fmla="*/ 3076 h 98441"/>
                <a:gd name="connsiteX20" fmla="*/ 27689 w 64603"/>
                <a:gd name="connsiteY20" fmla="*/ 0 h 98441"/>
                <a:gd name="connsiteX21" fmla="*/ 52297 w 64603"/>
                <a:gd name="connsiteY21" fmla="*/ 6153 h 98441"/>
                <a:gd name="connsiteX22" fmla="*/ 61527 w 64603"/>
                <a:gd name="connsiteY22" fmla="*/ 24610 h 98441"/>
                <a:gd name="connsiteX23" fmla="*/ 56912 w 64603"/>
                <a:gd name="connsiteY23" fmla="*/ 38454 h 98441"/>
                <a:gd name="connsiteX24" fmla="*/ 46144 w 64603"/>
                <a:gd name="connsiteY24" fmla="*/ 46144 h 9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603" h="98441">
                  <a:moveTo>
                    <a:pt x="46144" y="46144"/>
                  </a:moveTo>
                  <a:cubicBezTo>
                    <a:pt x="50759" y="47682"/>
                    <a:pt x="55374" y="49221"/>
                    <a:pt x="59988" y="53835"/>
                  </a:cubicBezTo>
                  <a:cubicBezTo>
                    <a:pt x="63065" y="58449"/>
                    <a:pt x="64603" y="63064"/>
                    <a:pt x="64603" y="69217"/>
                  </a:cubicBezTo>
                  <a:cubicBezTo>
                    <a:pt x="64603" y="78445"/>
                    <a:pt x="61527" y="86136"/>
                    <a:pt x="53835" y="90751"/>
                  </a:cubicBezTo>
                  <a:cubicBezTo>
                    <a:pt x="46144" y="95365"/>
                    <a:pt x="36919" y="98441"/>
                    <a:pt x="24613" y="98441"/>
                  </a:cubicBezTo>
                  <a:cubicBezTo>
                    <a:pt x="18459" y="98441"/>
                    <a:pt x="13845" y="98441"/>
                    <a:pt x="9230" y="96903"/>
                  </a:cubicBezTo>
                  <a:cubicBezTo>
                    <a:pt x="4615" y="96903"/>
                    <a:pt x="1538" y="95365"/>
                    <a:pt x="0" y="95365"/>
                  </a:cubicBezTo>
                  <a:lnTo>
                    <a:pt x="0" y="83060"/>
                  </a:lnTo>
                  <a:cubicBezTo>
                    <a:pt x="7691" y="84598"/>
                    <a:pt x="15383" y="86136"/>
                    <a:pt x="23074" y="86136"/>
                  </a:cubicBezTo>
                  <a:cubicBezTo>
                    <a:pt x="30766" y="86136"/>
                    <a:pt x="38457" y="84598"/>
                    <a:pt x="43072" y="81521"/>
                  </a:cubicBezTo>
                  <a:cubicBezTo>
                    <a:pt x="47682" y="78445"/>
                    <a:pt x="50759" y="73831"/>
                    <a:pt x="50759" y="67678"/>
                  </a:cubicBezTo>
                  <a:cubicBezTo>
                    <a:pt x="50759" y="56911"/>
                    <a:pt x="43072" y="52297"/>
                    <a:pt x="26151" y="52297"/>
                  </a:cubicBezTo>
                  <a:lnTo>
                    <a:pt x="12306" y="52297"/>
                  </a:lnTo>
                  <a:lnTo>
                    <a:pt x="12306" y="39992"/>
                  </a:lnTo>
                  <a:lnTo>
                    <a:pt x="26151" y="39992"/>
                  </a:lnTo>
                  <a:cubicBezTo>
                    <a:pt x="33842" y="39992"/>
                    <a:pt x="38457" y="38454"/>
                    <a:pt x="41534" y="35377"/>
                  </a:cubicBezTo>
                  <a:cubicBezTo>
                    <a:pt x="44610" y="32301"/>
                    <a:pt x="47682" y="29225"/>
                    <a:pt x="47682" y="24610"/>
                  </a:cubicBezTo>
                  <a:cubicBezTo>
                    <a:pt x="47682" y="15381"/>
                    <a:pt x="39995" y="9229"/>
                    <a:pt x="24613" y="9229"/>
                  </a:cubicBezTo>
                  <a:cubicBezTo>
                    <a:pt x="18459" y="9229"/>
                    <a:pt x="10768" y="10767"/>
                    <a:pt x="3077" y="12305"/>
                  </a:cubicBezTo>
                  <a:lnTo>
                    <a:pt x="3077" y="3076"/>
                  </a:lnTo>
                  <a:cubicBezTo>
                    <a:pt x="9230" y="1538"/>
                    <a:pt x="16921" y="0"/>
                    <a:pt x="27689" y="0"/>
                  </a:cubicBezTo>
                  <a:cubicBezTo>
                    <a:pt x="38457" y="0"/>
                    <a:pt x="46144" y="1538"/>
                    <a:pt x="52297" y="6153"/>
                  </a:cubicBezTo>
                  <a:cubicBezTo>
                    <a:pt x="58450" y="10767"/>
                    <a:pt x="61527" y="16920"/>
                    <a:pt x="61527" y="24610"/>
                  </a:cubicBezTo>
                  <a:cubicBezTo>
                    <a:pt x="61527" y="29225"/>
                    <a:pt x="59988" y="33839"/>
                    <a:pt x="56912" y="38454"/>
                  </a:cubicBezTo>
                  <a:cubicBezTo>
                    <a:pt x="53835" y="43068"/>
                    <a:pt x="50759" y="44606"/>
                    <a:pt x="46144" y="46144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21669F38-81C5-4DF1-AE54-466AA7FDBB64}"/>
                </a:ext>
              </a:extLst>
            </p:cNvPr>
            <p:cNvSpPr/>
            <p:nvPr/>
          </p:nvSpPr>
          <p:spPr>
            <a:xfrm>
              <a:off x="11683388" y="813103"/>
              <a:ext cx="79986" cy="98441"/>
            </a:xfrm>
            <a:custGeom>
              <a:avLst/>
              <a:gdLst>
                <a:gd name="connsiteX0" fmla="*/ 41534 w 79986"/>
                <a:gd name="connsiteY0" fmla="*/ 56911 h 98441"/>
                <a:gd name="connsiteX1" fmla="*/ 66142 w 79986"/>
                <a:gd name="connsiteY1" fmla="*/ 0 h 98441"/>
                <a:gd name="connsiteX2" fmla="*/ 79986 w 79986"/>
                <a:gd name="connsiteY2" fmla="*/ 0 h 98441"/>
                <a:gd name="connsiteX3" fmla="*/ 52297 w 79986"/>
                <a:gd name="connsiteY3" fmla="*/ 64602 h 98441"/>
                <a:gd name="connsiteX4" fmla="*/ 36919 w 79986"/>
                <a:gd name="connsiteY4" fmla="*/ 90751 h 98441"/>
                <a:gd name="connsiteX5" fmla="*/ 19998 w 79986"/>
                <a:gd name="connsiteY5" fmla="*/ 98441 h 98441"/>
                <a:gd name="connsiteX6" fmla="*/ 15383 w 79986"/>
                <a:gd name="connsiteY6" fmla="*/ 98441 h 98441"/>
                <a:gd name="connsiteX7" fmla="*/ 15383 w 79986"/>
                <a:gd name="connsiteY7" fmla="*/ 87674 h 98441"/>
                <a:gd name="connsiteX8" fmla="*/ 18459 w 79986"/>
                <a:gd name="connsiteY8" fmla="*/ 87674 h 98441"/>
                <a:gd name="connsiteX9" fmla="*/ 27689 w 79986"/>
                <a:gd name="connsiteY9" fmla="*/ 84598 h 98441"/>
                <a:gd name="connsiteX10" fmla="*/ 35381 w 79986"/>
                <a:gd name="connsiteY10" fmla="*/ 72293 h 98441"/>
                <a:gd name="connsiteX11" fmla="*/ 0 w 79986"/>
                <a:gd name="connsiteY11" fmla="*/ 1538 h 98441"/>
                <a:gd name="connsiteX12" fmla="*/ 13845 w 79986"/>
                <a:gd name="connsiteY12" fmla="*/ 1538 h 98441"/>
                <a:gd name="connsiteX13" fmla="*/ 41534 w 79986"/>
                <a:gd name="connsiteY13" fmla="*/ 56911 h 9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986" h="98441">
                  <a:moveTo>
                    <a:pt x="41534" y="56911"/>
                  </a:moveTo>
                  <a:lnTo>
                    <a:pt x="66142" y="0"/>
                  </a:lnTo>
                  <a:lnTo>
                    <a:pt x="79986" y="0"/>
                  </a:lnTo>
                  <a:lnTo>
                    <a:pt x="52297" y="64602"/>
                  </a:lnTo>
                  <a:cubicBezTo>
                    <a:pt x="47687" y="76907"/>
                    <a:pt x="41534" y="84598"/>
                    <a:pt x="36919" y="90751"/>
                  </a:cubicBezTo>
                  <a:cubicBezTo>
                    <a:pt x="32304" y="96903"/>
                    <a:pt x="26151" y="98441"/>
                    <a:pt x="19998" y="98441"/>
                  </a:cubicBezTo>
                  <a:cubicBezTo>
                    <a:pt x="18459" y="98441"/>
                    <a:pt x="16921" y="98441"/>
                    <a:pt x="15383" y="98441"/>
                  </a:cubicBezTo>
                  <a:lnTo>
                    <a:pt x="15383" y="87674"/>
                  </a:lnTo>
                  <a:cubicBezTo>
                    <a:pt x="15383" y="87674"/>
                    <a:pt x="16921" y="87674"/>
                    <a:pt x="18459" y="87674"/>
                  </a:cubicBezTo>
                  <a:cubicBezTo>
                    <a:pt x="21536" y="87674"/>
                    <a:pt x="24613" y="86136"/>
                    <a:pt x="27689" y="84598"/>
                  </a:cubicBezTo>
                  <a:cubicBezTo>
                    <a:pt x="30766" y="81521"/>
                    <a:pt x="33842" y="78445"/>
                    <a:pt x="35381" y="72293"/>
                  </a:cubicBezTo>
                  <a:lnTo>
                    <a:pt x="0" y="1538"/>
                  </a:lnTo>
                  <a:lnTo>
                    <a:pt x="13845" y="1538"/>
                  </a:lnTo>
                  <a:lnTo>
                    <a:pt x="41534" y="56911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" name="Полилиния: фигура 27">
              <a:extLst>
                <a:ext uri="{FF2B5EF4-FFF2-40B4-BE49-F238E27FC236}">
                  <a16:creationId xmlns:a16="http://schemas.microsoft.com/office/drawing/2014/main" id="{739D7B8E-86E7-49AE-9AE0-99A663DFFDDF}"/>
                </a:ext>
              </a:extLst>
            </p:cNvPr>
            <p:cNvSpPr/>
            <p:nvPr/>
          </p:nvSpPr>
          <p:spPr>
            <a:xfrm>
              <a:off x="10555935" y="971531"/>
              <a:ext cx="64602" cy="96902"/>
            </a:xfrm>
            <a:custGeom>
              <a:avLst/>
              <a:gdLst>
                <a:gd name="connsiteX0" fmla="*/ 12305 w 64602"/>
                <a:gd name="connsiteY0" fmla="*/ 38453 h 96902"/>
                <a:gd name="connsiteX1" fmla="*/ 32301 w 64602"/>
                <a:gd name="connsiteY1" fmla="*/ 38453 h 96902"/>
                <a:gd name="connsiteX2" fmla="*/ 56911 w 64602"/>
                <a:gd name="connsiteY2" fmla="*/ 46144 h 96902"/>
                <a:gd name="connsiteX3" fmla="*/ 64602 w 64602"/>
                <a:gd name="connsiteY3" fmla="*/ 67678 h 96902"/>
                <a:gd name="connsiteX4" fmla="*/ 55373 w 64602"/>
                <a:gd name="connsiteY4" fmla="*/ 89212 h 96902"/>
                <a:gd name="connsiteX5" fmla="*/ 30763 w 64602"/>
                <a:gd name="connsiteY5" fmla="*/ 96903 h 96902"/>
                <a:gd name="connsiteX6" fmla="*/ 0 w 64602"/>
                <a:gd name="connsiteY6" fmla="*/ 96903 h 96902"/>
                <a:gd name="connsiteX7" fmla="*/ 0 w 64602"/>
                <a:gd name="connsiteY7" fmla="*/ 0 h 96902"/>
                <a:gd name="connsiteX8" fmla="*/ 56911 w 64602"/>
                <a:gd name="connsiteY8" fmla="*/ 0 h 96902"/>
                <a:gd name="connsiteX9" fmla="*/ 56911 w 64602"/>
                <a:gd name="connsiteY9" fmla="*/ 12305 h 96902"/>
                <a:gd name="connsiteX10" fmla="*/ 12305 w 64602"/>
                <a:gd name="connsiteY10" fmla="*/ 12305 h 96902"/>
                <a:gd name="connsiteX11" fmla="*/ 12305 w 64602"/>
                <a:gd name="connsiteY11" fmla="*/ 38453 h 96902"/>
                <a:gd name="connsiteX12" fmla="*/ 12305 w 64602"/>
                <a:gd name="connsiteY12" fmla="*/ 86136 h 96902"/>
                <a:gd name="connsiteX13" fmla="*/ 30763 w 64602"/>
                <a:gd name="connsiteY13" fmla="*/ 86136 h 96902"/>
                <a:gd name="connsiteX14" fmla="*/ 47683 w 64602"/>
                <a:gd name="connsiteY14" fmla="*/ 81521 h 96902"/>
                <a:gd name="connsiteX15" fmla="*/ 53835 w 64602"/>
                <a:gd name="connsiteY15" fmla="*/ 67678 h 96902"/>
                <a:gd name="connsiteX16" fmla="*/ 47683 w 64602"/>
                <a:gd name="connsiteY16" fmla="*/ 53835 h 96902"/>
                <a:gd name="connsiteX17" fmla="*/ 30763 w 64602"/>
                <a:gd name="connsiteY17" fmla="*/ 49220 h 96902"/>
                <a:gd name="connsiteX18" fmla="*/ 13843 w 64602"/>
                <a:gd name="connsiteY18" fmla="*/ 49220 h 96902"/>
                <a:gd name="connsiteX19" fmla="*/ 13843 w 64602"/>
                <a:gd name="connsiteY19" fmla="*/ 86136 h 96902"/>
                <a:gd name="connsiteX20" fmla="*/ 12305 w 64602"/>
                <a:gd name="connsiteY20" fmla="*/ 86136 h 9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4602" h="96902">
                  <a:moveTo>
                    <a:pt x="12305" y="38453"/>
                  </a:moveTo>
                  <a:lnTo>
                    <a:pt x="32301" y="38453"/>
                  </a:lnTo>
                  <a:cubicBezTo>
                    <a:pt x="43068" y="38453"/>
                    <a:pt x="50759" y="41529"/>
                    <a:pt x="56911" y="46144"/>
                  </a:cubicBezTo>
                  <a:cubicBezTo>
                    <a:pt x="63064" y="50759"/>
                    <a:pt x="64602" y="58449"/>
                    <a:pt x="64602" y="67678"/>
                  </a:cubicBezTo>
                  <a:cubicBezTo>
                    <a:pt x="64602" y="76907"/>
                    <a:pt x="61526" y="83059"/>
                    <a:pt x="55373" y="89212"/>
                  </a:cubicBezTo>
                  <a:cubicBezTo>
                    <a:pt x="49221" y="95365"/>
                    <a:pt x="41530" y="96903"/>
                    <a:pt x="30763" y="96903"/>
                  </a:cubicBezTo>
                  <a:lnTo>
                    <a:pt x="0" y="96903"/>
                  </a:lnTo>
                  <a:lnTo>
                    <a:pt x="0" y="0"/>
                  </a:lnTo>
                  <a:lnTo>
                    <a:pt x="56911" y="0"/>
                  </a:lnTo>
                  <a:lnTo>
                    <a:pt x="56911" y="12305"/>
                  </a:lnTo>
                  <a:lnTo>
                    <a:pt x="12305" y="12305"/>
                  </a:lnTo>
                  <a:lnTo>
                    <a:pt x="12305" y="38453"/>
                  </a:lnTo>
                  <a:close/>
                  <a:moveTo>
                    <a:pt x="12305" y="86136"/>
                  </a:moveTo>
                  <a:lnTo>
                    <a:pt x="30763" y="86136"/>
                  </a:lnTo>
                  <a:cubicBezTo>
                    <a:pt x="36916" y="86136"/>
                    <a:pt x="43068" y="84598"/>
                    <a:pt x="47683" y="81521"/>
                  </a:cubicBezTo>
                  <a:cubicBezTo>
                    <a:pt x="52297" y="78445"/>
                    <a:pt x="53835" y="73831"/>
                    <a:pt x="53835" y="67678"/>
                  </a:cubicBezTo>
                  <a:cubicBezTo>
                    <a:pt x="53835" y="61525"/>
                    <a:pt x="52297" y="56911"/>
                    <a:pt x="47683" y="53835"/>
                  </a:cubicBezTo>
                  <a:cubicBezTo>
                    <a:pt x="43068" y="50759"/>
                    <a:pt x="38454" y="49220"/>
                    <a:pt x="30763" y="49220"/>
                  </a:cubicBezTo>
                  <a:lnTo>
                    <a:pt x="13843" y="49220"/>
                  </a:lnTo>
                  <a:lnTo>
                    <a:pt x="13843" y="86136"/>
                  </a:lnTo>
                  <a:lnTo>
                    <a:pt x="12305" y="86136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" name="Полилиния: фигура 28">
              <a:extLst>
                <a:ext uri="{FF2B5EF4-FFF2-40B4-BE49-F238E27FC236}">
                  <a16:creationId xmlns:a16="http://schemas.microsoft.com/office/drawing/2014/main" id="{CFA5C1EA-1A99-45DC-A87F-6241801528F7}"/>
                </a:ext>
              </a:extLst>
            </p:cNvPr>
            <p:cNvSpPr/>
            <p:nvPr/>
          </p:nvSpPr>
          <p:spPr>
            <a:xfrm>
              <a:off x="10628230" y="974608"/>
              <a:ext cx="79983" cy="98440"/>
            </a:xfrm>
            <a:custGeom>
              <a:avLst/>
              <a:gdLst>
                <a:gd name="connsiteX0" fmla="*/ 41530 w 79983"/>
                <a:gd name="connsiteY0" fmla="*/ 56911 h 98440"/>
                <a:gd name="connsiteX1" fmla="*/ 66141 w 79983"/>
                <a:gd name="connsiteY1" fmla="*/ 0 h 98440"/>
                <a:gd name="connsiteX2" fmla="*/ 79984 w 79983"/>
                <a:gd name="connsiteY2" fmla="*/ 0 h 98440"/>
                <a:gd name="connsiteX3" fmla="*/ 52297 w 79983"/>
                <a:gd name="connsiteY3" fmla="*/ 64602 h 98440"/>
                <a:gd name="connsiteX4" fmla="*/ 36916 w 79983"/>
                <a:gd name="connsiteY4" fmla="*/ 90750 h 98440"/>
                <a:gd name="connsiteX5" fmla="*/ 19996 w 79983"/>
                <a:gd name="connsiteY5" fmla="*/ 98441 h 98440"/>
                <a:gd name="connsiteX6" fmla="*/ 15381 w 79983"/>
                <a:gd name="connsiteY6" fmla="*/ 98441 h 98440"/>
                <a:gd name="connsiteX7" fmla="*/ 15381 w 79983"/>
                <a:gd name="connsiteY7" fmla="*/ 87674 h 98440"/>
                <a:gd name="connsiteX8" fmla="*/ 18458 w 79983"/>
                <a:gd name="connsiteY8" fmla="*/ 87674 h 98440"/>
                <a:gd name="connsiteX9" fmla="*/ 27687 w 79983"/>
                <a:gd name="connsiteY9" fmla="*/ 84598 h 98440"/>
                <a:gd name="connsiteX10" fmla="*/ 35377 w 79983"/>
                <a:gd name="connsiteY10" fmla="*/ 72292 h 98440"/>
                <a:gd name="connsiteX11" fmla="*/ 0 w 79983"/>
                <a:gd name="connsiteY11" fmla="*/ 1538 h 98440"/>
                <a:gd name="connsiteX12" fmla="*/ 13843 w 79983"/>
                <a:gd name="connsiteY12" fmla="*/ 1538 h 98440"/>
                <a:gd name="connsiteX13" fmla="*/ 41530 w 79983"/>
                <a:gd name="connsiteY13" fmla="*/ 56911 h 98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983" h="98440">
                  <a:moveTo>
                    <a:pt x="41530" y="56911"/>
                  </a:moveTo>
                  <a:lnTo>
                    <a:pt x="66141" y="0"/>
                  </a:lnTo>
                  <a:lnTo>
                    <a:pt x="79984" y="0"/>
                  </a:lnTo>
                  <a:lnTo>
                    <a:pt x="52297" y="64602"/>
                  </a:lnTo>
                  <a:cubicBezTo>
                    <a:pt x="47683" y="76907"/>
                    <a:pt x="41530" y="84598"/>
                    <a:pt x="36916" y="90750"/>
                  </a:cubicBezTo>
                  <a:cubicBezTo>
                    <a:pt x="32301" y="96903"/>
                    <a:pt x="26149" y="98441"/>
                    <a:pt x="19996" y="98441"/>
                  </a:cubicBezTo>
                  <a:cubicBezTo>
                    <a:pt x="18458" y="98441"/>
                    <a:pt x="16920" y="98441"/>
                    <a:pt x="15381" y="98441"/>
                  </a:cubicBezTo>
                  <a:lnTo>
                    <a:pt x="15381" y="87674"/>
                  </a:lnTo>
                  <a:cubicBezTo>
                    <a:pt x="15381" y="87674"/>
                    <a:pt x="16919" y="87674"/>
                    <a:pt x="18458" y="87674"/>
                  </a:cubicBezTo>
                  <a:cubicBezTo>
                    <a:pt x="21534" y="87674"/>
                    <a:pt x="24610" y="86136"/>
                    <a:pt x="27687" y="84598"/>
                  </a:cubicBezTo>
                  <a:cubicBezTo>
                    <a:pt x="30763" y="81521"/>
                    <a:pt x="33839" y="78445"/>
                    <a:pt x="35377" y="72292"/>
                  </a:cubicBezTo>
                  <a:lnTo>
                    <a:pt x="0" y="1538"/>
                  </a:lnTo>
                  <a:lnTo>
                    <a:pt x="13843" y="1538"/>
                  </a:lnTo>
                  <a:lnTo>
                    <a:pt x="41530" y="56911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0CAD5FE8-9332-4679-9950-96111B07204D}"/>
                </a:ext>
              </a:extLst>
            </p:cNvPr>
            <p:cNvSpPr/>
            <p:nvPr/>
          </p:nvSpPr>
          <p:spPr>
            <a:xfrm>
              <a:off x="10705137" y="973069"/>
              <a:ext cx="101516" cy="119974"/>
            </a:xfrm>
            <a:custGeom>
              <a:avLst/>
              <a:gdLst>
                <a:gd name="connsiteX0" fmla="*/ 86135 w 101516"/>
                <a:gd name="connsiteY0" fmla="*/ 0 h 119974"/>
                <a:gd name="connsiteX1" fmla="*/ 86135 w 101516"/>
                <a:gd name="connsiteY1" fmla="*/ 84598 h 119974"/>
                <a:gd name="connsiteX2" fmla="*/ 101517 w 101516"/>
                <a:gd name="connsiteY2" fmla="*/ 84598 h 119974"/>
                <a:gd name="connsiteX3" fmla="*/ 101517 w 101516"/>
                <a:gd name="connsiteY3" fmla="*/ 119975 h 119974"/>
                <a:gd name="connsiteX4" fmla="*/ 89212 w 101516"/>
                <a:gd name="connsiteY4" fmla="*/ 119975 h 119974"/>
                <a:gd name="connsiteX5" fmla="*/ 89212 w 101516"/>
                <a:gd name="connsiteY5" fmla="*/ 96903 h 119974"/>
                <a:gd name="connsiteX6" fmla="*/ 12305 w 101516"/>
                <a:gd name="connsiteY6" fmla="*/ 96903 h 119974"/>
                <a:gd name="connsiteX7" fmla="*/ 12305 w 101516"/>
                <a:gd name="connsiteY7" fmla="*/ 119975 h 119974"/>
                <a:gd name="connsiteX8" fmla="*/ 0 w 101516"/>
                <a:gd name="connsiteY8" fmla="*/ 119975 h 119974"/>
                <a:gd name="connsiteX9" fmla="*/ 0 w 101516"/>
                <a:gd name="connsiteY9" fmla="*/ 84598 h 119974"/>
                <a:gd name="connsiteX10" fmla="*/ 3076 w 101516"/>
                <a:gd name="connsiteY10" fmla="*/ 84598 h 119974"/>
                <a:gd name="connsiteX11" fmla="*/ 15381 w 101516"/>
                <a:gd name="connsiteY11" fmla="*/ 78445 h 119974"/>
                <a:gd name="connsiteX12" fmla="*/ 19995 w 101516"/>
                <a:gd name="connsiteY12" fmla="*/ 66140 h 119974"/>
                <a:gd name="connsiteX13" fmla="*/ 21534 w 101516"/>
                <a:gd name="connsiteY13" fmla="*/ 53835 h 119974"/>
                <a:gd name="connsiteX14" fmla="*/ 23072 w 101516"/>
                <a:gd name="connsiteY14" fmla="*/ 35377 h 119974"/>
                <a:gd name="connsiteX15" fmla="*/ 24610 w 101516"/>
                <a:gd name="connsiteY15" fmla="*/ 15381 h 119974"/>
                <a:gd name="connsiteX16" fmla="*/ 24610 w 101516"/>
                <a:gd name="connsiteY16" fmla="*/ 0 h 119974"/>
                <a:gd name="connsiteX17" fmla="*/ 86135 w 101516"/>
                <a:gd name="connsiteY17" fmla="*/ 0 h 119974"/>
                <a:gd name="connsiteX18" fmla="*/ 30762 w 101516"/>
                <a:gd name="connsiteY18" fmla="*/ 67678 h 119974"/>
                <a:gd name="connsiteX19" fmla="*/ 24610 w 101516"/>
                <a:gd name="connsiteY19" fmla="*/ 86136 h 119974"/>
                <a:gd name="connsiteX20" fmla="*/ 73830 w 101516"/>
                <a:gd name="connsiteY20" fmla="*/ 86136 h 119974"/>
                <a:gd name="connsiteX21" fmla="*/ 73830 w 101516"/>
                <a:gd name="connsiteY21" fmla="*/ 13843 h 119974"/>
                <a:gd name="connsiteX22" fmla="*/ 35377 w 101516"/>
                <a:gd name="connsiteY22" fmla="*/ 13843 h 119974"/>
                <a:gd name="connsiteX23" fmla="*/ 35377 w 101516"/>
                <a:gd name="connsiteY23" fmla="*/ 24610 h 119974"/>
                <a:gd name="connsiteX24" fmla="*/ 33839 w 101516"/>
                <a:gd name="connsiteY24" fmla="*/ 41530 h 119974"/>
                <a:gd name="connsiteX25" fmla="*/ 32300 w 101516"/>
                <a:gd name="connsiteY25" fmla="*/ 58449 h 119974"/>
                <a:gd name="connsiteX26" fmla="*/ 30762 w 101516"/>
                <a:gd name="connsiteY26" fmla="*/ 67678 h 119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516" h="119974">
                  <a:moveTo>
                    <a:pt x="86135" y="0"/>
                  </a:moveTo>
                  <a:lnTo>
                    <a:pt x="86135" y="84598"/>
                  </a:lnTo>
                  <a:lnTo>
                    <a:pt x="101517" y="84598"/>
                  </a:lnTo>
                  <a:lnTo>
                    <a:pt x="101517" y="119975"/>
                  </a:lnTo>
                  <a:lnTo>
                    <a:pt x="89212" y="119975"/>
                  </a:lnTo>
                  <a:lnTo>
                    <a:pt x="89212" y="96903"/>
                  </a:lnTo>
                  <a:lnTo>
                    <a:pt x="12305" y="96903"/>
                  </a:lnTo>
                  <a:lnTo>
                    <a:pt x="12305" y="119975"/>
                  </a:lnTo>
                  <a:lnTo>
                    <a:pt x="0" y="119975"/>
                  </a:lnTo>
                  <a:lnTo>
                    <a:pt x="0" y="84598"/>
                  </a:lnTo>
                  <a:lnTo>
                    <a:pt x="3076" y="84598"/>
                  </a:lnTo>
                  <a:cubicBezTo>
                    <a:pt x="9228" y="84598"/>
                    <a:pt x="12305" y="83060"/>
                    <a:pt x="15381" y="78445"/>
                  </a:cubicBezTo>
                  <a:cubicBezTo>
                    <a:pt x="18458" y="73831"/>
                    <a:pt x="19995" y="70755"/>
                    <a:pt x="19995" y="66140"/>
                  </a:cubicBezTo>
                  <a:cubicBezTo>
                    <a:pt x="19995" y="64602"/>
                    <a:pt x="19995" y="59988"/>
                    <a:pt x="21534" y="53835"/>
                  </a:cubicBezTo>
                  <a:lnTo>
                    <a:pt x="23072" y="35377"/>
                  </a:lnTo>
                  <a:cubicBezTo>
                    <a:pt x="23072" y="30763"/>
                    <a:pt x="23071" y="24610"/>
                    <a:pt x="24610" y="15381"/>
                  </a:cubicBezTo>
                  <a:cubicBezTo>
                    <a:pt x="24610" y="9229"/>
                    <a:pt x="24610" y="3076"/>
                    <a:pt x="24610" y="0"/>
                  </a:cubicBezTo>
                  <a:lnTo>
                    <a:pt x="86135" y="0"/>
                  </a:lnTo>
                  <a:close/>
                  <a:moveTo>
                    <a:pt x="30762" y="67678"/>
                  </a:moveTo>
                  <a:cubicBezTo>
                    <a:pt x="29225" y="75369"/>
                    <a:pt x="27686" y="81522"/>
                    <a:pt x="24610" y="86136"/>
                  </a:cubicBezTo>
                  <a:lnTo>
                    <a:pt x="73830" y="86136"/>
                  </a:lnTo>
                  <a:lnTo>
                    <a:pt x="73830" y="13843"/>
                  </a:lnTo>
                  <a:lnTo>
                    <a:pt x="35377" y="13843"/>
                  </a:lnTo>
                  <a:cubicBezTo>
                    <a:pt x="35377" y="15381"/>
                    <a:pt x="35377" y="19996"/>
                    <a:pt x="35377" y="24610"/>
                  </a:cubicBezTo>
                  <a:cubicBezTo>
                    <a:pt x="35377" y="32301"/>
                    <a:pt x="35377" y="36916"/>
                    <a:pt x="33839" y="41530"/>
                  </a:cubicBezTo>
                  <a:lnTo>
                    <a:pt x="32300" y="58449"/>
                  </a:lnTo>
                  <a:cubicBezTo>
                    <a:pt x="32300" y="61526"/>
                    <a:pt x="32301" y="64602"/>
                    <a:pt x="30762" y="67678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F849F9E8-E246-4D27-8A6C-32E05632B41A}"/>
                </a:ext>
              </a:extLst>
            </p:cNvPr>
            <p:cNvSpPr/>
            <p:nvPr/>
          </p:nvSpPr>
          <p:spPr>
            <a:xfrm>
              <a:off x="10814339" y="974608"/>
              <a:ext cx="79983" cy="98440"/>
            </a:xfrm>
            <a:custGeom>
              <a:avLst/>
              <a:gdLst>
                <a:gd name="connsiteX0" fmla="*/ 41530 w 79983"/>
                <a:gd name="connsiteY0" fmla="*/ 56911 h 98440"/>
                <a:gd name="connsiteX1" fmla="*/ 66140 w 79983"/>
                <a:gd name="connsiteY1" fmla="*/ 0 h 98440"/>
                <a:gd name="connsiteX2" fmla="*/ 79983 w 79983"/>
                <a:gd name="connsiteY2" fmla="*/ 0 h 98440"/>
                <a:gd name="connsiteX3" fmla="*/ 52297 w 79983"/>
                <a:gd name="connsiteY3" fmla="*/ 64602 h 98440"/>
                <a:gd name="connsiteX4" fmla="*/ 36916 w 79983"/>
                <a:gd name="connsiteY4" fmla="*/ 90750 h 98440"/>
                <a:gd name="connsiteX5" fmla="*/ 19996 w 79983"/>
                <a:gd name="connsiteY5" fmla="*/ 98441 h 98440"/>
                <a:gd name="connsiteX6" fmla="*/ 15381 w 79983"/>
                <a:gd name="connsiteY6" fmla="*/ 98441 h 98440"/>
                <a:gd name="connsiteX7" fmla="*/ 15381 w 79983"/>
                <a:gd name="connsiteY7" fmla="*/ 87674 h 98440"/>
                <a:gd name="connsiteX8" fmla="*/ 18458 w 79983"/>
                <a:gd name="connsiteY8" fmla="*/ 87674 h 98440"/>
                <a:gd name="connsiteX9" fmla="*/ 27687 w 79983"/>
                <a:gd name="connsiteY9" fmla="*/ 84598 h 98440"/>
                <a:gd name="connsiteX10" fmla="*/ 35378 w 79983"/>
                <a:gd name="connsiteY10" fmla="*/ 72292 h 98440"/>
                <a:gd name="connsiteX11" fmla="*/ 0 w 79983"/>
                <a:gd name="connsiteY11" fmla="*/ 1538 h 98440"/>
                <a:gd name="connsiteX12" fmla="*/ 13844 w 79983"/>
                <a:gd name="connsiteY12" fmla="*/ 1538 h 98440"/>
                <a:gd name="connsiteX13" fmla="*/ 41530 w 79983"/>
                <a:gd name="connsiteY13" fmla="*/ 56911 h 98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983" h="98440">
                  <a:moveTo>
                    <a:pt x="41530" y="56911"/>
                  </a:moveTo>
                  <a:lnTo>
                    <a:pt x="66140" y="0"/>
                  </a:lnTo>
                  <a:lnTo>
                    <a:pt x="79983" y="0"/>
                  </a:lnTo>
                  <a:lnTo>
                    <a:pt x="52297" y="64602"/>
                  </a:lnTo>
                  <a:cubicBezTo>
                    <a:pt x="47683" y="76907"/>
                    <a:pt x="41530" y="84598"/>
                    <a:pt x="36916" y="90750"/>
                  </a:cubicBezTo>
                  <a:cubicBezTo>
                    <a:pt x="32302" y="96903"/>
                    <a:pt x="26149" y="98441"/>
                    <a:pt x="19996" y="98441"/>
                  </a:cubicBezTo>
                  <a:cubicBezTo>
                    <a:pt x="18458" y="98441"/>
                    <a:pt x="16920" y="98441"/>
                    <a:pt x="15381" y="98441"/>
                  </a:cubicBezTo>
                  <a:lnTo>
                    <a:pt x="15381" y="87674"/>
                  </a:lnTo>
                  <a:cubicBezTo>
                    <a:pt x="15381" y="87674"/>
                    <a:pt x="16920" y="87674"/>
                    <a:pt x="18458" y="87674"/>
                  </a:cubicBezTo>
                  <a:cubicBezTo>
                    <a:pt x="21534" y="87674"/>
                    <a:pt x="24611" y="86136"/>
                    <a:pt x="27687" y="84598"/>
                  </a:cubicBezTo>
                  <a:cubicBezTo>
                    <a:pt x="30763" y="81521"/>
                    <a:pt x="33839" y="78445"/>
                    <a:pt x="35378" y="72292"/>
                  </a:cubicBezTo>
                  <a:lnTo>
                    <a:pt x="0" y="1538"/>
                  </a:lnTo>
                  <a:lnTo>
                    <a:pt x="13844" y="1538"/>
                  </a:lnTo>
                  <a:lnTo>
                    <a:pt x="41530" y="56911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5D745FF6-678F-40B3-BA9A-1661446C5CB7}"/>
                </a:ext>
              </a:extLst>
            </p:cNvPr>
            <p:cNvSpPr/>
            <p:nvPr/>
          </p:nvSpPr>
          <p:spPr>
            <a:xfrm>
              <a:off x="10912785" y="973069"/>
              <a:ext cx="139971" cy="119974"/>
            </a:xfrm>
            <a:custGeom>
              <a:avLst/>
              <a:gdLst>
                <a:gd name="connsiteX0" fmla="*/ 139972 w 139971"/>
                <a:gd name="connsiteY0" fmla="*/ 119975 h 119974"/>
                <a:gd name="connsiteX1" fmla="*/ 127666 w 139971"/>
                <a:gd name="connsiteY1" fmla="*/ 119975 h 119974"/>
                <a:gd name="connsiteX2" fmla="*/ 127666 w 139971"/>
                <a:gd name="connsiteY2" fmla="*/ 96903 h 119974"/>
                <a:gd name="connsiteX3" fmla="*/ 0 w 139971"/>
                <a:gd name="connsiteY3" fmla="*/ 96903 h 119974"/>
                <a:gd name="connsiteX4" fmla="*/ 0 w 139971"/>
                <a:gd name="connsiteY4" fmla="*/ 0 h 119974"/>
                <a:gd name="connsiteX5" fmla="*/ 10767 w 139971"/>
                <a:gd name="connsiteY5" fmla="*/ 0 h 119974"/>
                <a:gd name="connsiteX6" fmla="*/ 10767 w 139971"/>
                <a:gd name="connsiteY6" fmla="*/ 84598 h 119974"/>
                <a:gd name="connsiteX7" fmla="*/ 55373 w 139971"/>
                <a:gd name="connsiteY7" fmla="*/ 84598 h 119974"/>
                <a:gd name="connsiteX8" fmla="*/ 55373 w 139971"/>
                <a:gd name="connsiteY8" fmla="*/ 0 h 119974"/>
                <a:gd name="connsiteX9" fmla="*/ 67678 w 139971"/>
                <a:gd name="connsiteY9" fmla="*/ 0 h 119974"/>
                <a:gd name="connsiteX10" fmla="*/ 67678 w 139971"/>
                <a:gd name="connsiteY10" fmla="*/ 84598 h 119974"/>
                <a:gd name="connsiteX11" fmla="*/ 112284 w 139971"/>
                <a:gd name="connsiteY11" fmla="*/ 84598 h 119974"/>
                <a:gd name="connsiteX12" fmla="*/ 112284 w 139971"/>
                <a:gd name="connsiteY12" fmla="*/ 0 h 119974"/>
                <a:gd name="connsiteX13" fmla="*/ 124589 w 139971"/>
                <a:gd name="connsiteY13" fmla="*/ 0 h 119974"/>
                <a:gd name="connsiteX14" fmla="*/ 124589 w 139971"/>
                <a:gd name="connsiteY14" fmla="*/ 84598 h 119974"/>
                <a:gd name="connsiteX15" fmla="*/ 139972 w 139971"/>
                <a:gd name="connsiteY15" fmla="*/ 84598 h 119974"/>
                <a:gd name="connsiteX16" fmla="*/ 139972 w 139971"/>
                <a:gd name="connsiteY16" fmla="*/ 119975 h 119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971" h="119974">
                  <a:moveTo>
                    <a:pt x="139972" y="119975"/>
                  </a:moveTo>
                  <a:lnTo>
                    <a:pt x="127666" y="119975"/>
                  </a:lnTo>
                  <a:lnTo>
                    <a:pt x="127666" y="96903"/>
                  </a:lnTo>
                  <a:lnTo>
                    <a:pt x="0" y="96903"/>
                  </a:lnTo>
                  <a:lnTo>
                    <a:pt x="0" y="0"/>
                  </a:lnTo>
                  <a:lnTo>
                    <a:pt x="10767" y="0"/>
                  </a:lnTo>
                  <a:lnTo>
                    <a:pt x="10767" y="84598"/>
                  </a:lnTo>
                  <a:lnTo>
                    <a:pt x="55373" y="84598"/>
                  </a:lnTo>
                  <a:lnTo>
                    <a:pt x="55373" y="0"/>
                  </a:lnTo>
                  <a:lnTo>
                    <a:pt x="67678" y="0"/>
                  </a:lnTo>
                  <a:lnTo>
                    <a:pt x="67678" y="84598"/>
                  </a:lnTo>
                  <a:lnTo>
                    <a:pt x="112284" y="84598"/>
                  </a:lnTo>
                  <a:lnTo>
                    <a:pt x="112284" y="0"/>
                  </a:lnTo>
                  <a:lnTo>
                    <a:pt x="124589" y="0"/>
                  </a:lnTo>
                  <a:lnTo>
                    <a:pt x="124589" y="84598"/>
                  </a:lnTo>
                  <a:lnTo>
                    <a:pt x="139972" y="84598"/>
                  </a:lnTo>
                  <a:lnTo>
                    <a:pt x="139972" y="119975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" name="Полилиния: фигура 32">
              <a:extLst>
                <a:ext uri="{FF2B5EF4-FFF2-40B4-BE49-F238E27FC236}">
                  <a16:creationId xmlns:a16="http://schemas.microsoft.com/office/drawing/2014/main" id="{BFD5D12A-C7E2-4713-9A84-774C2B28F9DA}"/>
                </a:ext>
              </a:extLst>
            </p:cNvPr>
            <p:cNvSpPr/>
            <p:nvPr/>
          </p:nvSpPr>
          <p:spPr>
            <a:xfrm>
              <a:off x="11072750" y="973069"/>
              <a:ext cx="56911" cy="96903"/>
            </a:xfrm>
            <a:custGeom>
              <a:avLst/>
              <a:gdLst>
                <a:gd name="connsiteX0" fmla="*/ 56912 w 56911"/>
                <a:gd name="connsiteY0" fmla="*/ 0 h 96903"/>
                <a:gd name="connsiteX1" fmla="*/ 56912 w 56911"/>
                <a:gd name="connsiteY1" fmla="*/ 12305 h 96903"/>
                <a:gd name="connsiteX2" fmla="*/ 12302 w 56911"/>
                <a:gd name="connsiteY2" fmla="*/ 12305 h 96903"/>
                <a:gd name="connsiteX3" fmla="*/ 12302 w 56911"/>
                <a:gd name="connsiteY3" fmla="*/ 41530 h 96903"/>
                <a:gd name="connsiteX4" fmla="*/ 53835 w 56911"/>
                <a:gd name="connsiteY4" fmla="*/ 41530 h 96903"/>
                <a:gd name="connsiteX5" fmla="*/ 53835 w 56911"/>
                <a:gd name="connsiteY5" fmla="*/ 53835 h 96903"/>
                <a:gd name="connsiteX6" fmla="*/ 12302 w 56911"/>
                <a:gd name="connsiteY6" fmla="*/ 53835 h 96903"/>
                <a:gd name="connsiteX7" fmla="*/ 12302 w 56911"/>
                <a:gd name="connsiteY7" fmla="*/ 84598 h 96903"/>
                <a:gd name="connsiteX8" fmla="*/ 56912 w 56911"/>
                <a:gd name="connsiteY8" fmla="*/ 84598 h 96903"/>
                <a:gd name="connsiteX9" fmla="*/ 56912 w 56911"/>
                <a:gd name="connsiteY9" fmla="*/ 96903 h 96903"/>
                <a:gd name="connsiteX10" fmla="*/ 0 w 56911"/>
                <a:gd name="connsiteY10" fmla="*/ 96903 h 96903"/>
                <a:gd name="connsiteX11" fmla="*/ 0 w 56911"/>
                <a:gd name="connsiteY11" fmla="*/ 0 h 96903"/>
                <a:gd name="connsiteX12" fmla="*/ 56912 w 56911"/>
                <a:gd name="connsiteY12" fmla="*/ 0 h 96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911" h="96903">
                  <a:moveTo>
                    <a:pt x="56912" y="0"/>
                  </a:moveTo>
                  <a:lnTo>
                    <a:pt x="56912" y="12305"/>
                  </a:lnTo>
                  <a:lnTo>
                    <a:pt x="12302" y="12305"/>
                  </a:lnTo>
                  <a:lnTo>
                    <a:pt x="12302" y="41530"/>
                  </a:lnTo>
                  <a:lnTo>
                    <a:pt x="53835" y="41530"/>
                  </a:lnTo>
                  <a:lnTo>
                    <a:pt x="53835" y="53835"/>
                  </a:lnTo>
                  <a:lnTo>
                    <a:pt x="12302" y="53835"/>
                  </a:lnTo>
                  <a:lnTo>
                    <a:pt x="12302" y="84598"/>
                  </a:lnTo>
                  <a:lnTo>
                    <a:pt x="56912" y="84598"/>
                  </a:lnTo>
                  <a:lnTo>
                    <a:pt x="56912" y="96903"/>
                  </a:lnTo>
                  <a:lnTo>
                    <a:pt x="0" y="96903"/>
                  </a:lnTo>
                  <a:lnTo>
                    <a:pt x="0" y="0"/>
                  </a:lnTo>
                  <a:lnTo>
                    <a:pt x="56912" y="0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E7AB745D-ACF3-4B12-B02B-809211947E1C}"/>
                </a:ext>
              </a:extLst>
            </p:cNvPr>
            <p:cNvSpPr/>
            <p:nvPr/>
          </p:nvSpPr>
          <p:spPr>
            <a:xfrm>
              <a:off x="11151198" y="973069"/>
              <a:ext cx="58450" cy="96903"/>
            </a:xfrm>
            <a:custGeom>
              <a:avLst/>
              <a:gdLst>
                <a:gd name="connsiteX0" fmla="*/ 0 w 58450"/>
                <a:gd name="connsiteY0" fmla="*/ 0 h 96903"/>
                <a:gd name="connsiteX1" fmla="*/ 58450 w 58450"/>
                <a:gd name="connsiteY1" fmla="*/ 0 h 96903"/>
                <a:gd name="connsiteX2" fmla="*/ 58450 w 58450"/>
                <a:gd name="connsiteY2" fmla="*/ 12305 h 96903"/>
                <a:gd name="connsiteX3" fmla="*/ 12306 w 58450"/>
                <a:gd name="connsiteY3" fmla="*/ 12305 h 96903"/>
                <a:gd name="connsiteX4" fmla="*/ 12306 w 58450"/>
                <a:gd name="connsiteY4" fmla="*/ 96903 h 96903"/>
                <a:gd name="connsiteX5" fmla="*/ 0 w 58450"/>
                <a:gd name="connsiteY5" fmla="*/ 96903 h 96903"/>
                <a:gd name="connsiteX6" fmla="*/ 0 w 58450"/>
                <a:gd name="connsiteY6" fmla="*/ 0 h 96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450" h="96903">
                  <a:moveTo>
                    <a:pt x="0" y="0"/>
                  </a:moveTo>
                  <a:lnTo>
                    <a:pt x="58450" y="0"/>
                  </a:lnTo>
                  <a:lnTo>
                    <a:pt x="58450" y="12305"/>
                  </a:lnTo>
                  <a:lnTo>
                    <a:pt x="12306" y="12305"/>
                  </a:lnTo>
                  <a:lnTo>
                    <a:pt x="12306" y="96903"/>
                  </a:lnTo>
                  <a:lnTo>
                    <a:pt x="0" y="969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114637A0-8F8C-4BE6-91E0-D4E4A4BAE15E}"/>
                </a:ext>
              </a:extLst>
            </p:cNvPr>
            <p:cNvSpPr/>
            <p:nvPr/>
          </p:nvSpPr>
          <p:spPr>
            <a:xfrm>
              <a:off x="11214258" y="973069"/>
              <a:ext cx="98440" cy="98441"/>
            </a:xfrm>
            <a:custGeom>
              <a:avLst/>
              <a:gdLst>
                <a:gd name="connsiteX0" fmla="*/ 49220 w 98440"/>
                <a:gd name="connsiteY0" fmla="*/ 98441 h 98441"/>
                <a:gd name="connsiteX1" fmla="*/ 13845 w 98440"/>
                <a:gd name="connsiteY1" fmla="*/ 84598 h 98441"/>
                <a:gd name="connsiteX2" fmla="*/ 0 w 98440"/>
                <a:gd name="connsiteY2" fmla="*/ 49220 h 98441"/>
                <a:gd name="connsiteX3" fmla="*/ 13845 w 98440"/>
                <a:gd name="connsiteY3" fmla="*/ 13843 h 98441"/>
                <a:gd name="connsiteX4" fmla="*/ 49220 w 98440"/>
                <a:gd name="connsiteY4" fmla="*/ 0 h 98441"/>
                <a:gd name="connsiteX5" fmla="*/ 84596 w 98440"/>
                <a:gd name="connsiteY5" fmla="*/ 13843 h 98441"/>
                <a:gd name="connsiteX6" fmla="*/ 98441 w 98440"/>
                <a:gd name="connsiteY6" fmla="*/ 49220 h 98441"/>
                <a:gd name="connsiteX7" fmla="*/ 84596 w 98440"/>
                <a:gd name="connsiteY7" fmla="*/ 84598 h 98441"/>
                <a:gd name="connsiteX8" fmla="*/ 49220 w 98440"/>
                <a:gd name="connsiteY8" fmla="*/ 98441 h 98441"/>
                <a:gd name="connsiteX9" fmla="*/ 49220 w 98440"/>
                <a:gd name="connsiteY9" fmla="*/ 86136 h 98441"/>
                <a:gd name="connsiteX10" fmla="*/ 75367 w 98440"/>
                <a:gd name="connsiteY10" fmla="*/ 75369 h 98441"/>
                <a:gd name="connsiteX11" fmla="*/ 84596 w 98440"/>
                <a:gd name="connsiteY11" fmla="*/ 47683 h 98441"/>
                <a:gd name="connsiteX12" fmla="*/ 73828 w 98440"/>
                <a:gd name="connsiteY12" fmla="*/ 21534 h 98441"/>
                <a:gd name="connsiteX13" fmla="*/ 47682 w 98440"/>
                <a:gd name="connsiteY13" fmla="*/ 10767 h 98441"/>
                <a:gd name="connsiteX14" fmla="*/ 21531 w 98440"/>
                <a:gd name="connsiteY14" fmla="*/ 21534 h 98441"/>
                <a:gd name="connsiteX15" fmla="*/ 10768 w 98440"/>
                <a:gd name="connsiteY15" fmla="*/ 49220 h 98441"/>
                <a:gd name="connsiteX16" fmla="*/ 21531 w 98440"/>
                <a:gd name="connsiteY16" fmla="*/ 76907 h 98441"/>
                <a:gd name="connsiteX17" fmla="*/ 49220 w 98440"/>
                <a:gd name="connsiteY17" fmla="*/ 86136 h 9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440" h="98441">
                  <a:moveTo>
                    <a:pt x="49220" y="98441"/>
                  </a:moveTo>
                  <a:cubicBezTo>
                    <a:pt x="35376" y="98441"/>
                    <a:pt x="23070" y="93826"/>
                    <a:pt x="13845" y="84598"/>
                  </a:cubicBezTo>
                  <a:cubicBezTo>
                    <a:pt x="4615" y="75369"/>
                    <a:pt x="0" y="63064"/>
                    <a:pt x="0" y="49220"/>
                  </a:cubicBezTo>
                  <a:cubicBezTo>
                    <a:pt x="0" y="35377"/>
                    <a:pt x="4615" y="23072"/>
                    <a:pt x="13845" y="13843"/>
                  </a:cubicBezTo>
                  <a:cubicBezTo>
                    <a:pt x="23070" y="4614"/>
                    <a:pt x="35376" y="0"/>
                    <a:pt x="49220" y="0"/>
                  </a:cubicBezTo>
                  <a:cubicBezTo>
                    <a:pt x="63065" y="0"/>
                    <a:pt x="75367" y="4614"/>
                    <a:pt x="84596" y="13843"/>
                  </a:cubicBezTo>
                  <a:cubicBezTo>
                    <a:pt x="93826" y="23072"/>
                    <a:pt x="98441" y="35377"/>
                    <a:pt x="98441" y="49220"/>
                  </a:cubicBezTo>
                  <a:cubicBezTo>
                    <a:pt x="98441" y="63064"/>
                    <a:pt x="93826" y="75369"/>
                    <a:pt x="84596" y="84598"/>
                  </a:cubicBezTo>
                  <a:cubicBezTo>
                    <a:pt x="75367" y="93826"/>
                    <a:pt x="64603" y="98441"/>
                    <a:pt x="49220" y="98441"/>
                  </a:cubicBezTo>
                  <a:close/>
                  <a:moveTo>
                    <a:pt x="49220" y="86136"/>
                  </a:moveTo>
                  <a:cubicBezTo>
                    <a:pt x="59988" y="86136"/>
                    <a:pt x="69218" y="83060"/>
                    <a:pt x="75367" y="75369"/>
                  </a:cubicBezTo>
                  <a:cubicBezTo>
                    <a:pt x="81520" y="67678"/>
                    <a:pt x="84596" y="58449"/>
                    <a:pt x="84596" y="47683"/>
                  </a:cubicBezTo>
                  <a:cubicBezTo>
                    <a:pt x="84596" y="36916"/>
                    <a:pt x="81520" y="27687"/>
                    <a:pt x="73828" y="21534"/>
                  </a:cubicBezTo>
                  <a:cubicBezTo>
                    <a:pt x="67680" y="13843"/>
                    <a:pt x="58450" y="10767"/>
                    <a:pt x="47682" y="10767"/>
                  </a:cubicBezTo>
                  <a:cubicBezTo>
                    <a:pt x="36914" y="10767"/>
                    <a:pt x="27684" y="13843"/>
                    <a:pt x="21531" y="21534"/>
                  </a:cubicBezTo>
                  <a:cubicBezTo>
                    <a:pt x="15383" y="29225"/>
                    <a:pt x="10768" y="38453"/>
                    <a:pt x="10768" y="49220"/>
                  </a:cubicBezTo>
                  <a:cubicBezTo>
                    <a:pt x="10768" y="59988"/>
                    <a:pt x="13845" y="69216"/>
                    <a:pt x="21531" y="76907"/>
                  </a:cubicBezTo>
                  <a:cubicBezTo>
                    <a:pt x="30761" y="83060"/>
                    <a:pt x="39991" y="86136"/>
                    <a:pt x="49220" y="86136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38" name="Текст 37">
            <a:extLst>
              <a:ext uri="{FF2B5EF4-FFF2-40B4-BE49-F238E27FC236}">
                <a16:creationId xmlns:a16="http://schemas.microsoft.com/office/drawing/2014/main" id="{2CF1225A-656E-4D29-84BE-812E3C65286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33388" y="2809875"/>
            <a:ext cx="5057775" cy="161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lnSpc>
                <a:spcPts val="4100"/>
              </a:lnSpc>
              <a:buFont typeface="Arial" panose="020B0604020202020204" pitchFamily="34" charset="0"/>
              <a:buNone/>
              <a:defRPr lang="ru-RU" sz="4000" kern="0" spc="-150" smtClea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mtClean="0"/>
            </a:lvl4pPr>
            <a:lvl5pPr>
              <a:defRPr lang="ru-RU"/>
            </a:lvl5pPr>
          </a:lstStyle>
          <a:p>
            <a:pPr>
              <a:lnSpc>
                <a:spcPts val="4125"/>
              </a:lnSpc>
            </a:pPr>
            <a:r>
              <a:rPr lang="ru-RU" sz="4000" kern="0" spc="-150" dirty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Название нового раздела или главы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42302881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графиками --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658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6">
            <a:extLst>
              <a:ext uri="{FF2B5EF4-FFF2-40B4-BE49-F238E27FC236}">
                <a16:creationId xmlns:a16="http://schemas.microsoft.com/office/drawing/2014/main" id="{51E7538A-E3B0-4527-926A-5A202544F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920" y="6563139"/>
            <a:ext cx="358545" cy="170622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700" b="0">
                <a:solidFill>
                  <a:schemeClr val="tx1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defRPr>
            </a:lvl1pPr>
          </a:lstStyle>
          <a:p>
            <a:pPr>
              <a:defRPr/>
            </a:pPr>
            <a:fld id="{C96FE9D3-F4ED-4A78-AE68-5D32F6CAB728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8454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">
    <p:bg>
      <p:bgPr>
        <a:solidFill>
          <a:srgbClr val="003C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7AECBC69-A6AA-459A-8331-15B834AF7C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790825"/>
            <a:ext cx="12192000" cy="4067175"/>
          </a:xfrm>
          <a:prstGeom prst="rect">
            <a:avLst/>
          </a:prstGeom>
        </p:spPr>
      </p:pic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42E65A7A-4609-474A-96D3-7ECC6CD1DC16}"/>
              </a:ext>
            </a:extLst>
          </p:cNvPr>
          <p:cNvGrpSpPr/>
          <p:nvPr userDrawn="1"/>
        </p:nvGrpSpPr>
        <p:grpSpPr>
          <a:xfrm>
            <a:off x="428625" y="476250"/>
            <a:ext cx="2338388" cy="719138"/>
            <a:chOff x="428625" y="476250"/>
            <a:chExt cx="2338388" cy="719138"/>
          </a:xfrm>
        </p:grpSpPr>
        <p:pic>
          <p:nvPicPr>
            <p:cNvPr id="4" name="Object 2" descr="preencoded.png">
              <a:extLst>
                <a:ext uri="{FF2B5EF4-FFF2-40B4-BE49-F238E27FC236}">
                  <a16:creationId xmlns:a16="http://schemas.microsoft.com/office/drawing/2014/main" id="{1A7C1CE3-4518-48F3-91A1-DC59A8B8C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76288" y="747713"/>
              <a:ext cx="290513" cy="323850"/>
            </a:xfrm>
            <a:prstGeom prst="rect">
              <a:avLst/>
            </a:prstGeom>
          </p:spPr>
        </p:pic>
        <p:pic>
          <p:nvPicPr>
            <p:cNvPr id="5" name="Object 3" descr="preencoded.png">
              <a:extLst>
                <a:ext uri="{FF2B5EF4-FFF2-40B4-BE49-F238E27FC236}">
                  <a16:creationId xmlns:a16="http://schemas.microsoft.com/office/drawing/2014/main" id="{0BA7EB99-AF46-4216-8C02-3049EC96F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071563" y="752475"/>
              <a:ext cx="242888" cy="323850"/>
            </a:xfrm>
            <a:prstGeom prst="rect">
              <a:avLst/>
            </a:prstGeom>
          </p:spPr>
        </p:pic>
        <p:pic>
          <p:nvPicPr>
            <p:cNvPr id="6" name="Object 4" descr="preencoded.png">
              <a:extLst>
                <a:ext uri="{FF2B5EF4-FFF2-40B4-BE49-F238E27FC236}">
                  <a16:creationId xmlns:a16="http://schemas.microsoft.com/office/drawing/2014/main" id="{9E74A1D5-A7DC-4C43-AA42-266D3E1E0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428625" y="476250"/>
              <a:ext cx="652463" cy="585788"/>
            </a:xfrm>
            <a:prstGeom prst="rect">
              <a:avLst/>
            </a:prstGeom>
          </p:spPr>
        </p:pic>
        <p:pic>
          <p:nvPicPr>
            <p:cNvPr id="7" name="Object 5" descr="preencoded.png">
              <a:extLst>
                <a:ext uri="{FF2B5EF4-FFF2-40B4-BE49-F238E27FC236}">
                  <a16:creationId xmlns:a16="http://schemas.microsoft.com/office/drawing/2014/main" id="{7C6BB36F-0F8B-482E-BDB7-C40A5DA6D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357313" y="738188"/>
              <a:ext cx="333375" cy="342900"/>
            </a:xfrm>
            <a:prstGeom prst="rect">
              <a:avLst/>
            </a:prstGeom>
          </p:spPr>
        </p:pic>
        <p:pic>
          <p:nvPicPr>
            <p:cNvPr id="8" name="Object 6" descr="preencoded.png">
              <a:extLst>
                <a:ext uri="{FF2B5EF4-FFF2-40B4-BE49-F238E27FC236}">
                  <a16:creationId xmlns:a16="http://schemas.microsoft.com/office/drawing/2014/main" id="{E4F39375-AED6-454F-B696-A842F1C56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1738313" y="809625"/>
              <a:ext cx="157163" cy="266700"/>
            </a:xfrm>
            <a:prstGeom prst="rect">
              <a:avLst/>
            </a:prstGeom>
          </p:spPr>
        </p:pic>
        <p:pic>
          <p:nvPicPr>
            <p:cNvPr id="9" name="Object 7" descr="preencoded.png">
              <a:extLst>
                <a:ext uri="{FF2B5EF4-FFF2-40B4-BE49-F238E27FC236}">
                  <a16:creationId xmlns:a16="http://schemas.microsoft.com/office/drawing/2014/main" id="{62C052A1-9161-4D30-A868-7EFB65745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1909763" y="809625"/>
              <a:ext cx="271463" cy="271463"/>
            </a:xfrm>
            <a:prstGeom prst="rect">
              <a:avLst/>
            </a:prstGeom>
          </p:spPr>
        </p:pic>
        <p:pic>
          <p:nvPicPr>
            <p:cNvPr id="10" name="Object 8" descr="preencoded.png">
              <a:extLst>
                <a:ext uri="{FF2B5EF4-FFF2-40B4-BE49-F238E27FC236}">
                  <a16:creationId xmlns:a16="http://schemas.microsoft.com/office/drawing/2014/main" id="{7953F0DF-AD32-4EDF-A92B-68D64884D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2224088" y="814388"/>
              <a:ext cx="228600" cy="266700"/>
            </a:xfrm>
            <a:prstGeom prst="rect">
              <a:avLst/>
            </a:prstGeom>
          </p:spPr>
        </p:pic>
        <p:pic>
          <p:nvPicPr>
            <p:cNvPr id="11" name="Object 9" descr="preencoded.png">
              <a:extLst>
                <a:ext uri="{FF2B5EF4-FFF2-40B4-BE49-F238E27FC236}">
                  <a16:creationId xmlns:a16="http://schemas.microsoft.com/office/drawing/2014/main" id="{348094B2-2F94-435B-8182-C244A3FD4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2500313" y="809625"/>
              <a:ext cx="266700" cy="385763"/>
            </a:xfrm>
            <a:prstGeom prst="rect">
              <a:avLst/>
            </a:prstGeom>
          </p:spPr>
        </p:pic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6C5924DE-16F7-4C9A-9FB8-02FD34D89EAF}"/>
              </a:ext>
            </a:extLst>
          </p:cNvPr>
          <p:cNvGrpSpPr/>
          <p:nvPr userDrawn="1"/>
        </p:nvGrpSpPr>
        <p:grpSpPr>
          <a:xfrm>
            <a:off x="10555935" y="811564"/>
            <a:ext cx="1207439" cy="281479"/>
            <a:chOff x="10555935" y="811564"/>
            <a:chExt cx="1207439" cy="281479"/>
          </a:xfrm>
        </p:grpSpPr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D187AA2D-D333-494A-AFBC-63CB00A3789C}"/>
                </a:ext>
              </a:extLst>
            </p:cNvPr>
            <p:cNvSpPr/>
            <p:nvPr/>
          </p:nvSpPr>
          <p:spPr>
            <a:xfrm>
              <a:off x="10555939" y="811565"/>
              <a:ext cx="69216" cy="96902"/>
            </a:xfrm>
            <a:custGeom>
              <a:avLst/>
              <a:gdLst>
                <a:gd name="connsiteX0" fmla="*/ 50758 w 69216"/>
                <a:gd name="connsiteY0" fmla="*/ 46144 h 96902"/>
                <a:gd name="connsiteX1" fmla="*/ 64602 w 69216"/>
                <a:gd name="connsiteY1" fmla="*/ 53835 h 96902"/>
                <a:gd name="connsiteX2" fmla="*/ 69216 w 69216"/>
                <a:gd name="connsiteY2" fmla="*/ 69217 h 96902"/>
                <a:gd name="connsiteX3" fmla="*/ 59988 w 69216"/>
                <a:gd name="connsiteY3" fmla="*/ 89212 h 96902"/>
                <a:gd name="connsiteX4" fmla="*/ 33839 w 69216"/>
                <a:gd name="connsiteY4" fmla="*/ 96903 h 96902"/>
                <a:gd name="connsiteX5" fmla="*/ 0 w 69216"/>
                <a:gd name="connsiteY5" fmla="*/ 96903 h 96902"/>
                <a:gd name="connsiteX6" fmla="*/ 0 w 69216"/>
                <a:gd name="connsiteY6" fmla="*/ 0 h 96902"/>
                <a:gd name="connsiteX7" fmla="*/ 33839 w 69216"/>
                <a:gd name="connsiteY7" fmla="*/ 0 h 96902"/>
                <a:gd name="connsiteX8" fmla="*/ 56912 w 69216"/>
                <a:gd name="connsiteY8" fmla="*/ 6153 h 96902"/>
                <a:gd name="connsiteX9" fmla="*/ 64602 w 69216"/>
                <a:gd name="connsiteY9" fmla="*/ 24610 h 96902"/>
                <a:gd name="connsiteX10" fmla="*/ 59988 w 69216"/>
                <a:gd name="connsiteY10" fmla="*/ 36915 h 96902"/>
                <a:gd name="connsiteX11" fmla="*/ 50758 w 69216"/>
                <a:gd name="connsiteY11" fmla="*/ 46144 h 96902"/>
                <a:gd name="connsiteX12" fmla="*/ 33839 w 69216"/>
                <a:gd name="connsiteY12" fmla="*/ 12305 h 96902"/>
                <a:gd name="connsiteX13" fmla="*/ 12305 w 69216"/>
                <a:gd name="connsiteY13" fmla="*/ 12305 h 96902"/>
                <a:gd name="connsiteX14" fmla="*/ 12305 w 69216"/>
                <a:gd name="connsiteY14" fmla="*/ 39992 h 96902"/>
                <a:gd name="connsiteX15" fmla="*/ 33839 w 69216"/>
                <a:gd name="connsiteY15" fmla="*/ 39992 h 96902"/>
                <a:gd name="connsiteX16" fmla="*/ 52297 w 69216"/>
                <a:gd name="connsiteY16" fmla="*/ 26148 h 96902"/>
                <a:gd name="connsiteX17" fmla="*/ 33839 w 69216"/>
                <a:gd name="connsiteY17" fmla="*/ 12305 h 96902"/>
                <a:gd name="connsiteX18" fmla="*/ 12305 w 69216"/>
                <a:gd name="connsiteY18" fmla="*/ 86136 h 96902"/>
                <a:gd name="connsiteX19" fmla="*/ 35377 w 69216"/>
                <a:gd name="connsiteY19" fmla="*/ 86136 h 96902"/>
                <a:gd name="connsiteX20" fmla="*/ 56912 w 69216"/>
                <a:gd name="connsiteY20" fmla="*/ 70754 h 96902"/>
                <a:gd name="connsiteX21" fmla="*/ 52297 w 69216"/>
                <a:gd name="connsiteY21" fmla="*/ 58450 h 96902"/>
                <a:gd name="connsiteX22" fmla="*/ 36915 w 69216"/>
                <a:gd name="connsiteY22" fmla="*/ 53835 h 96902"/>
                <a:gd name="connsiteX23" fmla="*/ 12305 w 69216"/>
                <a:gd name="connsiteY23" fmla="*/ 53835 h 96902"/>
                <a:gd name="connsiteX24" fmla="*/ 12305 w 69216"/>
                <a:gd name="connsiteY24" fmla="*/ 86136 h 9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216" h="96902">
                  <a:moveTo>
                    <a:pt x="50758" y="46144"/>
                  </a:moveTo>
                  <a:cubicBezTo>
                    <a:pt x="56911" y="47682"/>
                    <a:pt x="61526" y="49221"/>
                    <a:pt x="64602" y="53835"/>
                  </a:cubicBezTo>
                  <a:cubicBezTo>
                    <a:pt x="67679" y="58450"/>
                    <a:pt x="69216" y="63064"/>
                    <a:pt x="69216" y="69217"/>
                  </a:cubicBezTo>
                  <a:cubicBezTo>
                    <a:pt x="69216" y="78445"/>
                    <a:pt x="66140" y="84598"/>
                    <a:pt x="59988" y="89212"/>
                  </a:cubicBezTo>
                  <a:cubicBezTo>
                    <a:pt x="53835" y="93827"/>
                    <a:pt x="46145" y="96903"/>
                    <a:pt x="33839" y="96903"/>
                  </a:cubicBezTo>
                  <a:lnTo>
                    <a:pt x="0" y="96903"/>
                  </a:lnTo>
                  <a:lnTo>
                    <a:pt x="0" y="0"/>
                  </a:lnTo>
                  <a:lnTo>
                    <a:pt x="33839" y="0"/>
                  </a:lnTo>
                  <a:cubicBezTo>
                    <a:pt x="43068" y="0"/>
                    <a:pt x="50759" y="1538"/>
                    <a:pt x="56912" y="6153"/>
                  </a:cubicBezTo>
                  <a:cubicBezTo>
                    <a:pt x="63064" y="10767"/>
                    <a:pt x="64602" y="16920"/>
                    <a:pt x="64602" y="24610"/>
                  </a:cubicBezTo>
                  <a:cubicBezTo>
                    <a:pt x="64602" y="29225"/>
                    <a:pt x="63064" y="33839"/>
                    <a:pt x="59988" y="36915"/>
                  </a:cubicBezTo>
                  <a:cubicBezTo>
                    <a:pt x="58449" y="43068"/>
                    <a:pt x="55373" y="44606"/>
                    <a:pt x="50758" y="46144"/>
                  </a:cubicBezTo>
                  <a:close/>
                  <a:moveTo>
                    <a:pt x="33839" y="12305"/>
                  </a:moveTo>
                  <a:lnTo>
                    <a:pt x="12305" y="12305"/>
                  </a:lnTo>
                  <a:lnTo>
                    <a:pt x="12305" y="39992"/>
                  </a:lnTo>
                  <a:lnTo>
                    <a:pt x="33839" y="39992"/>
                  </a:lnTo>
                  <a:cubicBezTo>
                    <a:pt x="46145" y="39992"/>
                    <a:pt x="52297" y="35377"/>
                    <a:pt x="52297" y="26148"/>
                  </a:cubicBezTo>
                  <a:cubicBezTo>
                    <a:pt x="52297" y="16920"/>
                    <a:pt x="46145" y="12305"/>
                    <a:pt x="33839" y="12305"/>
                  </a:cubicBezTo>
                  <a:close/>
                  <a:moveTo>
                    <a:pt x="12305" y="86136"/>
                  </a:moveTo>
                  <a:lnTo>
                    <a:pt x="35377" y="86136"/>
                  </a:lnTo>
                  <a:cubicBezTo>
                    <a:pt x="50758" y="86136"/>
                    <a:pt x="56912" y="81521"/>
                    <a:pt x="56912" y="70754"/>
                  </a:cubicBezTo>
                  <a:cubicBezTo>
                    <a:pt x="56912" y="66140"/>
                    <a:pt x="55373" y="61526"/>
                    <a:pt x="52297" y="58450"/>
                  </a:cubicBezTo>
                  <a:cubicBezTo>
                    <a:pt x="49221" y="55373"/>
                    <a:pt x="43068" y="53835"/>
                    <a:pt x="36915" y="53835"/>
                  </a:cubicBezTo>
                  <a:lnTo>
                    <a:pt x="12305" y="53835"/>
                  </a:lnTo>
                  <a:lnTo>
                    <a:pt x="12305" y="86136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CE728187-388C-47CD-8F57-052B5E9C8D76}"/>
                </a:ext>
              </a:extLst>
            </p:cNvPr>
            <p:cNvSpPr/>
            <p:nvPr/>
          </p:nvSpPr>
          <p:spPr>
            <a:xfrm>
              <a:off x="10646685" y="811564"/>
              <a:ext cx="93826" cy="98441"/>
            </a:xfrm>
            <a:custGeom>
              <a:avLst/>
              <a:gdLst>
                <a:gd name="connsiteX0" fmla="*/ 12305 w 93826"/>
                <a:gd name="connsiteY0" fmla="*/ 38454 h 98441"/>
                <a:gd name="connsiteX1" fmla="*/ 35377 w 93826"/>
                <a:gd name="connsiteY1" fmla="*/ 38454 h 98441"/>
                <a:gd name="connsiteX2" fmla="*/ 59987 w 93826"/>
                <a:gd name="connsiteY2" fmla="*/ 46144 h 98441"/>
                <a:gd name="connsiteX3" fmla="*/ 67678 w 93826"/>
                <a:gd name="connsiteY3" fmla="*/ 67678 h 98441"/>
                <a:gd name="connsiteX4" fmla="*/ 58449 w 93826"/>
                <a:gd name="connsiteY4" fmla="*/ 89212 h 98441"/>
                <a:gd name="connsiteX5" fmla="*/ 33839 w 93826"/>
                <a:gd name="connsiteY5" fmla="*/ 96903 h 98441"/>
                <a:gd name="connsiteX6" fmla="*/ 0 w 93826"/>
                <a:gd name="connsiteY6" fmla="*/ 96903 h 98441"/>
                <a:gd name="connsiteX7" fmla="*/ 0 w 93826"/>
                <a:gd name="connsiteY7" fmla="*/ 0 h 98441"/>
                <a:gd name="connsiteX8" fmla="*/ 12305 w 93826"/>
                <a:gd name="connsiteY8" fmla="*/ 0 h 98441"/>
                <a:gd name="connsiteX9" fmla="*/ 12305 w 93826"/>
                <a:gd name="connsiteY9" fmla="*/ 38454 h 98441"/>
                <a:gd name="connsiteX10" fmla="*/ 12305 w 93826"/>
                <a:gd name="connsiteY10" fmla="*/ 86136 h 98441"/>
                <a:gd name="connsiteX11" fmla="*/ 32301 w 93826"/>
                <a:gd name="connsiteY11" fmla="*/ 86136 h 98441"/>
                <a:gd name="connsiteX12" fmla="*/ 49220 w 93826"/>
                <a:gd name="connsiteY12" fmla="*/ 81521 h 98441"/>
                <a:gd name="connsiteX13" fmla="*/ 55373 w 93826"/>
                <a:gd name="connsiteY13" fmla="*/ 67678 h 98441"/>
                <a:gd name="connsiteX14" fmla="*/ 49220 w 93826"/>
                <a:gd name="connsiteY14" fmla="*/ 53835 h 98441"/>
                <a:gd name="connsiteX15" fmla="*/ 32301 w 93826"/>
                <a:gd name="connsiteY15" fmla="*/ 49221 h 98441"/>
                <a:gd name="connsiteX16" fmla="*/ 12305 w 93826"/>
                <a:gd name="connsiteY16" fmla="*/ 49221 h 98441"/>
                <a:gd name="connsiteX17" fmla="*/ 12305 w 93826"/>
                <a:gd name="connsiteY17" fmla="*/ 86136 h 98441"/>
                <a:gd name="connsiteX18" fmla="*/ 81522 w 93826"/>
                <a:gd name="connsiteY18" fmla="*/ 1538 h 98441"/>
                <a:gd name="connsiteX19" fmla="*/ 93826 w 93826"/>
                <a:gd name="connsiteY19" fmla="*/ 1538 h 98441"/>
                <a:gd name="connsiteX20" fmla="*/ 93826 w 93826"/>
                <a:gd name="connsiteY20" fmla="*/ 98441 h 98441"/>
                <a:gd name="connsiteX21" fmla="*/ 81522 w 93826"/>
                <a:gd name="connsiteY21" fmla="*/ 98441 h 98441"/>
                <a:gd name="connsiteX22" fmla="*/ 81522 w 93826"/>
                <a:gd name="connsiteY22" fmla="*/ 1538 h 9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826" h="98441">
                  <a:moveTo>
                    <a:pt x="12305" y="38454"/>
                  </a:moveTo>
                  <a:lnTo>
                    <a:pt x="35377" y="38454"/>
                  </a:lnTo>
                  <a:cubicBezTo>
                    <a:pt x="46144" y="38454"/>
                    <a:pt x="53834" y="41530"/>
                    <a:pt x="59987" y="46144"/>
                  </a:cubicBezTo>
                  <a:cubicBezTo>
                    <a:pt x="66140" y="50758"/>
                    <a:pt x="67678" y="58449"/>
                    <a:pt x="67678" y="67678"/>
                  </a:cubicBezTo>
                  <a:cubicBezTo>
                    <a:pt x="67678" y="76907"/>
                    <a:pt x="64602" y="83060"/>
                    <a:pt x="58449" y="89212"/>
                  </a:cubicBezTo>
                  <a:cubicBezTo>
                    <a:pt x="52297" y="95365"/>
                    <a:pt x="44606" y="96903"/>
                    <a:pt x="33839" y="96903"/>
                  </a:cubicBezTo>
                  <a:lnTo>
                    <a:pt x="0" y="96903"/>
                  </a:lnTo>
                  <a:lnTo>
                    <a:pt x="0" y="0"/>
                  </a:lnTo>
                  <a:lnTo>
                    <a:pt x="12305" y="0"/>
                  </a:lnTo>
                  <a:lnTo>
                    <a:pt x="12305" y="38454"/>
                  </a:lnTo>
                  <a:close/>
                  <a:moveTo>
                    <a:pt x="12305" y="86136"/>
                  </a:moveTo>
                  <a:lnTo>
                    <a:pt x="32301" y="86136"/>
                  </a:lnTo>
                  <a:cubicBezTo>
                    <a:pt x="38453" y="86136"/>
                    <a:pt x="44606" y="84598"/>
                    <a:pt x="49220" y="81521"/>
                  </a:cubicBezTo>
                  <a:cubicBezTo>
                    <a:pt x="53835" y="78445"/>
                    <a:pt x="55373" y="73831"/>
                    <a:pt x="55373" y="67678"/>
                  </a:cubicBezTo>
                  <a:cubicBezTo>
                    <a:pt x="55373" y="61526"/>
                    <a:pt x="53835" y="56911"/>
                    <a:pt x="49220" y="53835"/>
                  </a:cubicBezTo>
                  <a:cubicBezTo>
                    <a:pt x="44606" y="50758"/>
                    <a:pt x="39992" y="49221"/>
                    <a:pt x="32301" y="49221"/>
                  </a:cubicBezTo>
                  <a:lnTo>
                    <a:pt x="12305" y="49221"/>
                  </a:lnTo>
                  <a:lnTo>
                    <a:pt x="12305" y="86136"/>
                  </a:lnTo>
                  <a:close/>
                  <a:moveTo>
                    <a:pt x="81522" y="1538"/>
                  </a:moveTo>
                  <a:lnTo>
                    <a:pt x="93826" y="1538"/>
                  </a:lnTo>
                  <a:lnTo>
                    <a:pt x="93826" y="98441"/>
                  </a:lnTo>
                  <a:lnTo>
                    <a:pt x="81522" y="98441"/>
                  </a:lnTo>
                  <a:lnTo>
                    <a:pt x="81522" y="1538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6B28AA48-ACD3-47F8-9C1F-1352435CBF4D}"/>
                </a:ext>
              </a:extLst>
            </p:cNvPr>
            <p:cNvSpPr/>
            <p:nvPr/>
          </p:nvSpPr>
          <p:spPr>
            <a:xfrm>
              <a:off x="10768195" y="811564"/>
              <a:ext cx="64601" cy="96902"/>
            </a:xfrm>
            <a:custGeom>
              <a:avLst/>
              <a:gdLst>
                <a:gd name="connsiteX0" fmla="*/ 12305 w 64601"/>
                <a:gd name="connsiteY0" fmla="*/ 38454 h 96902"/>
                <a:gd name="connsiteX1" fmla="*/ 32301 w 64601"/>
                <a:gd name="connsiteY1" fmla="*/ 38454 h 96902"/>
                <a:gd name="connsiteX2" fmla="*/ 56911 w 64601"/>
                <a:gd name="connsiteY2" fmla="*/ 46144 h 96902"/>
                <a:gd name="connsiteX3" fmla="*/ 64602 w 64601"/>
                <a:gd name="connsiteY3" fmla="*/ 67678 h 96902"/>
                <a:gd name="connsiteX4" fmla="*/ 55373 w 64601"/>
                <a:gd name="connsiteY4" fmla="*/ 89212 h 96902"/>
                <a:gd name="connsiteX5" fmla="*/ 30762 w 64601"/>
                <a:gd name="connsiteY5" fmla="*/ 96903 h 96902"/>
                <a:gd name="connsiteX6" fmla="*/ 0 w 64601"/>
                <a:gd name="connsiteY6" fmla="*/ 96903 h 96902"/>
                <a:gd name="connsiteX7" fmla="*/ 0 w 64601"/>
                <a:gd name="connsiteY7" fmla="*/ 0 h 96902"/>
                <a:gd name="connsiteX8" fmla="*/ 56911 w 64601"/>
                <a:gd name="connsiteY8" fmla="*/ 0 h 96902"/>
                <a:gd name="connsiteX9" fmla="*/ 56911 w 64601"/>
                <a:gd name="connsiteY9" fmla="*/ 12305 h 96902"/>
                <a:gd name="connsiteX10" fmla="*/ 12305 w 64601"/>
                <a:gd name="connsiteY10" fmla="*/ 12305 h 96902"/>
                <a:gd name="connsiteX11" fmla="*/ 12305 w 64601"/>
                <a:gd name="connsiteY11" fmla="*/ 38454 h 96902"/>
                <a:gd name="connsiteX12" fmla="*/ 12305 w 64601"/>
                <a:gd name="connsiteY12" fmla="*/ 86136 h 96902"/>
                <a:gd name="connsiteX13" fmla="*/ 30762 w 64601"/>
                <a:gd name="connsiteY13" fmla="*/ 86136 h 96902"/>
                <a:gd name="connsiteX14" fmla="*/ 47682 w 64601"/>
                <a:gd name="connsiteY14" fmla="*/ 81521 h 96902"/>
                <a:gd name="connsiteX15" fmla="*/ 53835 w 64601"/>
                <a:gd name="connsiteY15" fmla="*/ 67678 h 96902"/>
                <a:gd name="connsiteX16" fmla="*/ 47682 w 64601"/>
                <a:gd name="connsiteY16" fmla="*/ 53835 h 96902"/>
                <a:gd name="connsiteX17" fmla="*/ 30762 w 64601"/>
                <a:gd name="connsiteY17" fmla="*/ 49221 h 96902"/>
                <a:gd name="connsiteX18" fmla="*/ 13844 w 64601"/>
                <a:gd name="connsiteY18" fmla="*/ 49221 h 96902"/>
                <a:gd name="connsiteX19" fmla="*/ 13844 w 64601"/>
                <a:gd name="connsiteY19" fmla="*/ 86136 h 96902"/>
                <a:gd name="connsiteX20" fmla="*/ 12305 w 64601"/>
                <a:gd name="connsiteY20" fmla="*/ 86136 h 9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4601" h="96902">
                  <a:moveTo>
                    <a:pt x="12305" y="38454"/>
                  </a:moveTo>
                  <a:lnTo>
                    <a:pt x="32301" y="38454"/>
                  </a:lnTo>
                  <a:cubicBezTo>
                    <a:pt x="43068" y="38454"/>
                    <a:pt x="50759" y="41530"/>
                    <a:pt x="56911" y="46144"/>
                  </a:cubicBezTo>
                  <a:cubicBezTo>
                    <a:pt x="63064" y="50758"/>
                    <a:pt x="64602" y="58449"/>
                    <a:pt x="64602" y="67678"/>
                  </a:cubicBezTo>
                  <a:cubicBezTo>
                    <a:pt x="64602" y="76907"/>
                    <a:pt x="61525" y="84598"/>
                    <a:pt x="55373" y="89212"/>
                  </a:cubicBezTo>
                  <a:cubicBezTo>
                    <a:pt x="49220" y="95365"/>
                    <a:pt x="41529" y="96903"/>
                    <a:pt x="30762" y="96903"/>
                  </a:cubicBezTo>
                  <a:lnTo>
                    <a:pt x="0" y="96903"/>
                  </a:lnTo>
                  <a:lnTo>
                    <a:pt x="0" y="0"/>
                  </a:lnTo>
                  <a:lnTo>
                    <a:pt x="56911" y="0"/>
                  </a:lnTo>
                  <a:lnTo>
                    <a:pt x="56911" y="12305"/>
                  </a:lnTo>
                  <a:lnTo>
                    <a:pt x="12305" y="12305"/>
                  </a:lnTo>
                  <a:lnTo>
                    <a:pt x="12305" y="38454"/>
                  </a:lnTo>
                  <a:close/>
                  <a:moveTo>
                    <a:pt x="12305" y="86136"/>
                  </a:moveTo>
                  <a:lnTo>
                    <a:pt x="30762" y="86136"/>
                  </a:lnTo>
                  <a:cubicBezTo>
                    <a:pt x="36915" y="86136"/>
                    <a:pt x="43068" y="84598"/>
                    <a:pt x="47682" y="81521"/>
                  </a:cubicBezTo>
                  <a:cubicBezTo>
                    <a:pt x="52297" y="78445"/>
                    <a:pt x="53835" y="73831"/>
                    <a:pt x="53835" y="67678"/>
                  </a:cubicBezTo>
                  <a:cubicBezTo>
                    <a:pt x="53835" y="61526"/>
                    <a:pt x="52297" y="56911"/>
                    <a:pt x="47682" y="53835"/>
                  </a:cubicBezTo>
                  <a:cubicBezTo>
                    <a:pt x="43068" y="50758"/>
                    <a:pt x="38453" y="49221"/>
                    <a:pt x="30762" y="49221"/>
                  </a:cubicBezTo>
                  <a:lnTo>
                    <a:pt x="13844" y="49221"/>
                  </a:lnTo>
                  <a:lnTo>
                    <a:pt x="13844" y="86136"/>
                  </a:lnTo>
                  <a:lnTo>
                    <a:pt x="12305" y="86136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A335373E-BDD5-49DA-91BF-20A340C1C516}"/>
                </a:ext>
              </a:extLst>
            </p:cNvPr>
            <p:cNvSpPr/>
            <p:nvPr/>
          </p:nvSpPr>
          <p:spPr>
            <a:xfrm>
              <a:off x="10848183" y="811564"/>
              <a:ext cx="98441" cy="98441"/>
            </a:xfrm>
            <a:custGeom>
              <a:avLst/>
              <a:gdLst>
                <a:gd name="connsiteX0" fmla="*/ 49221 w 98441"/>
                <a:gd name="connsiteY0" fmla="*/ 98441 h 98441"/>
                <a:gd name="connsiteX1" fmla="*/ 13843 w 98441"/>
                <a:gd name="connsiteY1" fmla="*/ 84598 h 98441"/>
                <a:gd name="connsiteX2" fmla="*/ 0 w 98441"/>
                <a:gd name="connsiteY2" fmla="*/ 49221 h 98441"/>
                <a:gd name="connsiteX3" fmla="*/ 13843 w 98441"/>
                <a:gd name="connsiteY3" fmla="*/ 13843 h 98441"/>
                <a:gd name="connsiteX4" fmla="*/ 49221 w 98441"/>
                <a:gd name="connsiteY4" fmla="*/ 0 h 98441"/>
                <a:gd name="connsiteX5" fmla="*/ 84598 w 98441"/>
                <a:gd name="connsiteY5" fmla="*/ 13843 h 98441"/>
                <a:gd name="connsiteX6" fmla="*/ 98441 w 98441"/>
                <a:gd name="connsiteY6" fmla="*/ 49221 h 98441"/>
                <a:gd name="connsiteX7" fmla="*/ 84598 w 98441"/>
                <a:gd name="connsiteY7" fmla="*/ 84598 h 98441"/>
                <a:gd name="connsiteX8" fmla="*/ 49221 w 98441"/>
                <a:gd name="connsiteY8" fmla="*/ 98441 h 98441"/>
                <a:gd name="connsiteX9" fmla="*/ 49221 w 98441"/>
                <a:gd name="connsiteY9" fmla="*/ 87674 h 98441"/>
                <a:gd name="connsiteX10" fmla="*/ 75369 w 98441"/>
                <a:gd name="connsiteY10" fmla="*/ 76907 h 98441"/>
                <a:gd name="connsiteX11" fmla="*/ 84598 w 98441"/>
                <a:gd name="connsiteY11" fmla="*/ 49221 h 98441"/>
                <a:gd name="connsiteX12" fmla="*/ 73831 w 98441"/>
                <a:gd name="connsiteY12" fmla="*/ 23072 h 98441"/>
                <a:gd name="connsiteX13" fmla="*/ 47683 w 98441"/>
                <a:gd name="connsiteY13" fmla="*/ 12305 h 98441"/>
                <a:gd name="connsiteX14" fmla="*/ 21534 w 98441"/>
                <a:gd name="connsiteY14" fmla="*/ 23072 h 98441"/>
                <a:gd name="connsiteX15" fmla="*/ 10767 w 98441"/>
                <a:gd name="connsiteY15" fmla="*/ 50758 h 98441"/>
                <a:gd name="connsiteX16" fmla="*/ 21534 w 98441"/>
                <a:gd name="connsiteY16" fmla="*/ 78445 h 98441"/>
                <a:gd name="connsiteX17" fmla="*/ 49221 w 98441"/>
                <a:gd name="connsiteY17" fmla="*/ 87674 h 9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441" h="98441">
                  <a:moveTo>
                    <a:pt x="49221" y="98441"/>
                  </a:moveTo>
                  <a:cubicBezTo>
                    <a:pt x="35377" y="98441"/>
                    <a:pt x="23072" y="93827"/>
                    <a:pt x="13843" y="84598"/>
                  </a:cubicBezTo>
                  <a:cubicBezTo>
                    <a:pt x="4614" y="75369"/>
                    <a:pt x="0" y="63064"/>
                    <a:pt x="0" y="49221"/>
                  </a:cubicBezTo>
                  <a:cubicBezTo>
                    <a:pt x="0" y="35377"/>
                    <a:pt x="4614" y="23072"/>
                    <a:pt x="13843" y="13843"/>
                  </a:cubicBezTo>
                  <a:cubicBezTo>
                    <a:pt x="23072" y="4614"/>
                    <a:pt x="35377" y="0"/>
                    <a:pt x="49221" y="0"/>
                  </a:cubicBezTo>
                  <a:cubicBezTo>
                    <a:pt x="63064" y="0"/>
                    <a:pt x="75369" y="4614"/>
                    <a:pt x="84598" y="13843"/>
                  </a:cubicBezTo>
                  <a:cubicBezTo>
                    <a:pt x="93827" y="23072"/>
                    <a:pt x="98441" y="35377"/>
                    <a:pt x="98441" y="49221"/>
                  </a:cubicBezTo>
                  <a:cubicBezTo>
                    <a:pt x="98441" y="63064"/>
                    <a:pt x="93827" y="75369"/>
                    <a:pt x="84598" y="84598"/>
                  </a:cubicBezTo>
                  <a:cubicBezTo>
                    <a:pt x="75369" y="93827"/>
                    <a:pt x="63064" y="98441"/>
                    <a:pt x="49221" y="98441"/>
                  </a:cubicBezTo>
                  <a:close/>
                  <a:moveTo>
                    <a:pt x="49221" y="87674"/>
                  </a:moveTo>
                  <a:cubicBezTo>
                    <a:pt x="59988" y="87674"/>
                    <a:pt x="69216" y="84598"/>
                    <a:pt x="75369" y="76907"/>
                  </a:cubicBezTo>
                  <a:cubicBezTo>
                    <a:pt x="81522" y="69217"/>
                    <a:pt x="84598" y="59988"/>
                    <a:pt x="84598" y="49221"/>
                  </a:cubicBezTo>
                  <a:cubicBezTo>
                    <a:pt x="84598" y="38454"/>
                    <a:pt x="81522" y="29225"/>
                    <a:pt x="73831" y="23072"/>
                  </a:cubicBezTo>
                  <a:cubicBezTo>
                    <a:pt x="67678" y="15381"/>
                    <a:pt x="58450" y="12305"/>
                    <a:pt x="47683" y="12305"/>
                  </a:cubicBezTo>
                  <a:cubicBezTo>
                    <a:pt x="36916" y="12305"/>
                    <a:pt x="27686" y="15381"/>
                    <a:pt x="21534" y="23072"/>
                  </a:cubicBezTo>
                  <a:cubicBezTo>
                    <a:pt x="15381" y="30763"/>
                    <a:pt x="10767" y="39992"/>
                    <a:pt x="10767" y="50758"/>
                  </a:cubicBezTo>
                  <a:cubicBezTo>
                    <a:pt x="10767" y="61526"/>
                    <a:pt x="13843" y="70755"/>
                    <a:pt x="21534" y="78445"/>
                  </a:cubicBezTo>
                  <a:cubicBezTo>
                    <a:pt x="29225" y="86136"/>
                    <a:pt x="38454" y="87674"/>
                    <a:pt x="49221" y="87674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41307D64-307A-4F1E-9A4D-98DC87EF934F}"/>
                </a:ext>
              </a:extLst>
            </p:cNvPr>
            <p:cNvSpPr/>
            <p:nvPr/>
          </p:nvSpPr>
          <p:spPr>
            <a:xfrm>
              <a:off x="10968156" y="813103"/>
              <a:ext cx="63065" cy="96902"/>
            </a:xfrm>
            <a:custGeom>
              <a:avLst/>
              <a:gdLst>
                <a:gd name="connsiteX0" fmla="*/ 0 w 63065"/>
                <a:gd name="connsiteY0" fmla="*/ 0 h 96902"/>
                <a:gd name="connsiteX1" fmla="*/ 27687 w 63065"/>
                <a:gd name="connsiteY1" fmla="*/ 0 h 96902"/>
                <a:gd name="connsiteX2" fmla="*/ 53835 w 63065"/>
                <a:gd name="connsiteY2" fmla="*/ 7691 h 96902"/>
                <a:gd name="connsiteX3" fmla="*/ 63065 w 63065"/>
                <a:gd name="connsiteY3" fmla="*/ 29225 h 96902"/>
                <a:gd name="connsiteX4" fmla="*/ 53835 w 63065"/>
                <a:gd name="connsiteY4" fmla="*/ 50759 h 96902"/>
                <a:gd name="connsiteX5" fmla="*/ 27687 w 63065"/>
                <a:gd name="connsiteY5" fmla="*/ 58449 h 96902"/>
                <a:gd name="connsiteX6" fmla="*/ 12305 w 63065"/>
                <a:gd name="connsiteY6" fmla="*/ 58449 h 96902"/>
                <a:gd name="connsiteX7" fmla="*/ 12305 w 63065"/>
                <a:gd name="connsiteY7" fmla="*/ 96903 h 96902"/>
                <a:gd name="connsiteX8" fmla="*/ 0 w 63065"/>
                <a:gd name="connsiteY8" fmla="*/ 96903 h 96902"/>
                <a:gd name="connsiteX9" fmla="*/ 0 w 63065"/>
                <a:gd name="connsiteY9" fmla="*/ 0 h 96902"/>
                <a:gd name="connsiteX10" fmla="*/ 12305 w 63065"/>
                <a:gd name="connsiteY10" fmla="*/ 44606 h 96902"/>
                <a:gd name="connsiteX11" fmla="*/ 27687 w 63065"/>
                <a:gd name="connsiteY11" fmla="*/ 44606 h 96902"/>
                <a:gd name="connsiteX12" fmla="*/ 44607 w 63065"/>
                <a:gd name="connsiteY12" fmla="*/ 41530 h 96902"/>
                <a:gd name="connsiteX13" fmla="*/ 50759 w 63065"/>
                <a:gd name="connsiteY13" fmla="*/ 27687 h 96902"/>
                <a:gd name="connsiteX14" fmla="*/ 44607 w 63065"/>
                <a:gd name="connsiteY14" fmla="*/ 13843 h 96902"/>
                <a:gd name="connsiteX15" fmla="*/ 27687 w 63065"/>
                <a:gd name="connsiteY15" fmla="*/ 10767 h 96902"/>
                <a:gd name="connsiteX16" fmla="*/ 12305 w 63065"/>
                <a:gd name="connsiteY16" fmla="*/ 10767 h 96902"/>
                <a:gd name="connsiteX17" fmla="*/ 12305 w 63065"/>
                <a:gd name="connsiteY17" fmla="*/ 44606 h 9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65" h="96902">
                  <a:moveTo>
                    <a:pt x="0" y="0"/>
                  </a:moveTo>
                  <a:lnTo>
                    <a:pt x="27687" y="0"/>
                  </a:lnTo>
                  <a:cubicBezTo>
                    <a:pt x="38454" y="0"/>
                    <a:pt x="47682" y="3076"/>
                    <a:pt x="53835" y="7691"/>
                  </a:cubicBezTo>
                  <a:cubicBezTo>
                    <a:pt x="59987" y="12305"/>
                    <a:pt x="63065" y="19996"/>
                    <a:pt x="63065" y="29225"/>
                  </a:cubicBezTo>
                  <a:cubicBezTo>
                    <a:pt x="63065" y="39992"/>
                    <a:pt x="59987" y="46144"/>
                    <a:pt x="53835" y="50759"/>
                  </a:cubicBezTo>
                  <a:cubicBezTo>
                    <a:pt x="47682" y="55373"/>
                    <a:pt x="38454" y="58449"/>
                    <a:pt x="27687" y="58449"/>
                  </a:cubicBezTo>
                  <a:lnTo>
                    <a:pt x="12305" y="58449"/>
                  </a:lnTo>
                  <a:lnTo>
                    <a:pt x="12305" y="96903"/>
                  </a:lnTo>
                  <a:lnTo>
                    <a:pt x="0" y="96903"/>
                  </a:lnTo>
                  <a:lnTo>
                    <a:pt x="0" y="0"/>
                  </a:lnTo>
                  <a:close/>
                  <a:moveTo>
                    <a:pt x="12305" y="44606"/>
                  </a:moveTo>
                  <a:lnTo>
                    <a:pt x="27687" y="44606"/>
                  </a:lnTo>
                  <a:cubicBezTo>
                    <a:pt x="35377" y="44606"/>
                    <a:pt x="39992" y="43068"/>
                    <a:pt x="44607" y="41530"/>
                  </a:cubicBezTo>
                  <a:cubicBezTo>
                    <a:pt x="49221" y="38454"/>
                    <a:pt x="50759" y="35377"/>
                    <a:pt x="50759" y="27687"/>
                  </a:cubicBezTo>
                  <a:cubicBezTo>
                    <a:pt x="50759" y="21534"/>
                    <a:pt x="49221" y="16920"/>
                    <a:pt x="44607" y="13843"/>
                  </a:cubicBezTo>
                  <a:cubicBezTo>
                    <a:pt x="39992" y="10767"/>
                    <a:pt x="35377" y="10767"/>
                    <a:pt x="27687" y="10767"/>
                  </a:cubicBezTo>
                  <a:lnTo>
                    <a:pt x="12305" y="10767"/>
                  </a:lnTo>
                  <a:lnTo>
                    <a:pt x="12305" y="44606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FC593AA1-08D6-407A-A235-EA5E29C6931E}"/>
                </a:ext>
              </a:extLst>
            </p:cNvPr>
            <p:cNvSpPr/>
            <p:nvPr/>
          </p:nvSpPr>
          <p:spPr>
            <a:xfrm>
              <a:off x="11086590" y="811564"/>
              <a:ext cx="70756" cy="96902"/>
            </a:xfrm>
            <a:custGeom>
              <a:avLst/>
              <a:gdLst>
                <a:gd name="connsiteX0" fmla="*/ 52297 w 70756"/>
                <a:gd name="connsiteY0" fmla="*/ 46144 h 96902"/>
                <a:gd name="connsiteX1" fmla="*/ 66142 w 70756"/>
                <a:gd name="connsiteY1" fmla="*/ 53835 h 96902"/>
                <a:gd name="connsiteX2" fmla="*/ 70756 w 70756"/>
                <a:gd name="connsiteY2" fmla="*/ 69217 h 96902"/>
                <a:gd name="connsiteX3" fmla="*/ 61527 w 70756"/>
                <a:gd name="connsiteY3" fmla="*/ 89212 h 96902"/>
                <a:gd name="connsiteX4" fmla="*/ 35381 w 70756"/>
                <a:gd name="connsiteY4" fmla="*/ 96903 h 96902"/>
                <a:gd name="connsiteX5" fmla="*/ 0 w 70756"/>
                <a:gd name="connsiteY5" fmla="*/ 96903 h 96902"/>
                <a:gd name="connsiteX6" fmla="*/ 0 w 70756"/>
                <a:gd name="connsiteY6" fmla="*/ 0 h 96902"/>
                <a:gd name="connsiteX7" fmla="*/ 33842 w 70756"/>
                <a:gd name="connsiteY7" fmla="*/ 0 h 96902"/>
                <a:gd name="connsiteX8" fmla="*/ 56912 w 70756"/>
                <a:gd name="connsiteY8" fmla="*/ 6153 h 96902"/>
                <a:gd name="connsiteX9" fmla="*/ 64603 w 70756"/>
                <a:gd name="connsiteY9" fmla="*/ 24610 h 96902"/>
                <a:gd name="connsiteX10" fmla="*/ 59988 w 70756"/>
                <a:gd name="connsiteY10" fmla="*/ 36915 h 96902"/>
                <a:gd name="connsiteX11" fmla="*/ 52297 w 70756"/>
                <a:gd name="connsiteY11" fmla="*/ 46144 h 96902"/>
                <a:gd name="connsiteX12" fmla="*/ 33842 w 70756"/>
                <a:gd name="connsiteY12" fmla="*/ 12305 h 96902"/>
                <a:gd name="connsiteX13" fmla="*/ 12306 w 70756"/>
                <a:gd name="connsiteY13" fmla="*/ 12305 h 96902"/>
                <a:gd name="connsiteX14" fmla="*/ 12306 w 70756"/>
                <a:gd name="connsiteY14" fmla="*/ 39992 h 96902"/>
                <a:gd name="connsiteX15" fmla="*/ 33842 w 70756"/>
                <a:gd name="connsiteY15" fmla="*/ 39992 h 96902"/>
                <a:gd name="connsiteX16" fmla="*/ 52297 w 70756"/>
                <a:gd name="connsiteY16" fmla="*/ 26148 h 96902"/>
                <a:gd name="connsiteX17" fmla="*/ 33842 w 70756"/>
                <a:gd name="connsiteY17" fmla="*/ 12305 h 96902"/>
                <a:gd name="connsiteX18" fmla="*/ 12306 w 70756"/>
                <a:gd name="connsiteY18" fmla="*/ 86136 h 96902"/>
                <a:gd name="connsiteX19" fmla="*/ 35381 w 70756"/>
                <a:gd name="connsiteY19" fmla="*/ 86136 h 96902"/>
                <a:gd name="connsiteX20" fmla="*/ 56912 w 70756"/>
                <a:gd name="connsiteY20" fmla="*/ 70755 h 96902"/>
                <a:gd name="connsiteX21" fmla="*/ 52297 w 70756"/>
                <a:gd name="connsiteY21" fmla="*/ 58449 h 96902"/>
                <a:gd name="connsiteX22" fmla="*/ 36919 w 70756"/>
                <a:gd name="connsiteY22" fmla="*/ 53835 h 96902"/>
                <a:gd name="connsiteX23" fmla="*/ 12306 w 70756"/>
                <a:gd name="connsiteY23" fmla="*/ 53835 h 96902"/>
                <a:gd name="connsiteX24" fmla="*/ 12306 w 70756"/>
                <a:gd name="connsiteY24" fmla="*/ 86136 h 9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0756" h="96902">
                  <a:moveTo>
                    <a:pt x="52297" y="46144"/>
                  </a:moveTo>
                  <a:cubicBezTo>
                    <a:pt x="58450" y="47682"/>
                    <a:pt x="63065" y="49221"/>
                    <a:pt x="66142" y="53835"/>
                  </a:cubicBezTo>
                  <a:cubicBezTo>
                    <a:pt x="69218" y="58449"/>
                    <a:pt x="70756" y="63064"/>
                    <a:pt x="70756" y="69217"/>
                  </a:cubicBezTo>
                  <a:cubicBezTo>
                    <a:pt x="70756" y="78445"/>
                    <a:pt x="67680" y="84598"/>
                    <a:pt x="61527" y="89212"/>
                  </a:cubicBezTo>
                  <a:cubicBezTo>
                    <a:pt x="55374" y="93827"/>
                    <a:pt x="47682" y="96903"/>
                    <a:pt x="35381" y="96903"/>
                  </a:cubicBezTo>
                  <a:lnTo>
                    <a:pt x="0" y="96903"/>
                  </a:lnTo>
                  <a:lnTo>
                    <a:pt x="0" y="0"/>
                  </a:lnTo>
                  <a:lnTo>
                    <a:pt x="33842" y="0"/>
                  </a:lnTo>
                  <a:cubicBezTo>
                    <a:pt x="43072" y="0"/>
                    <a:pt x="50759" y="1538"/>
                    <a:pt x="56912" y="6153"/>
                  </a:cubicBezTo>
                  <a:cubicBezTo>
                    <a:pt x="63065" y="10767"/>
                    <a:pt x="64603" y="16920"/>
                    <a:pt x="64603" y="24610"/>
                  </a:cubicBezTo>
                  <a:cubicBezTo>
                    <a:pt x="64603" y="29225"/>
                    <a:pt x="63065" y="33839"/>
                    <a:pt x="59988" y="36915"/>
                  </a:cubicBezTo>
                  <a:cubicBezTo>
                    <a:pt x="58450" y="43068"/>
                    <a:pt x="55374" y="44606"/>
                    <a:pt x="52297" y="46144"/>
                  </a:cubicBezTo>
                  <a:close/>
                  <a:moveTo>
                    <a:pt x="33842" y="12305"/>
                  </a:moveTo>
                  <a:lnTo>
                    <a:pt x="12306" y="12305"/>
                  </a:lnTo>
                  <a:lnTo>
                    <a:pt x="12306" y="39992"/>
                  </a:lnTo>
                  <a:lnTo>
                    <a:pt x="33842" y="39992"/>
                  </a:lnTo>
                  <a:cubicBezTo>
                    <a:pt x="46144" y="39992"/>
                    <a:pt x="52297" y="35377"/>
                    <a:pt x="52297" y="26148"/>
                  </a:cubicBezTo>
                  <a:cubicBezTo>
                    <a:pt x="52297" y="16920"/>
                    <a:pt x="46144" y="12305"/>
                    <a:pt x="33842" y="12305"/>
                  </a:cubicBezTo>
                  <a:close/>
                  <a:moveTo>
                    <a:pt x="12306" y="86136"/>
                  </a:moveTo>
                  <a:lnTo>
                    <a:pt x="35381" y="86136"/>
                  </a:lnTo>
                  <a:cubicBezTo>
                    <a:pt x="50759" y="86136"/>
                    <a:pt x="56912" y="81521"/>
                    <a:pt x="56912" y="70755"/>
                  </a:cubicBezTo>
                  <a:cubicBezTo>
                    <a:pt x="56912" y="66140"/>
                    <a:pt x="55374" y="61526"/>
                    <a:pt x="52297" y="58449"/>
                  </a:cubicBezTo>
                  <a:cubicBezTo>
                    <a:pt x="49220" y="55373"/>
                    <a:pt x="43067" y="53835"/>
                    <a:pt x="36919" y="53835"/>
                  </a:cubicBezTo>
                  <a:lnTo>
                    <a:pt x="12306" y="53835"/>
                  </a:lnTo>
                  <a:lnTo>
                    <a:pt x="12306" y="86136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256D1159-8AD4-4FA0-9823-5B2E1E02D4AC}"/>
                </a:ext>
              </a:extLst>
            </p:cNvPr>
            <p:cNvSpPr/>
            <p:nvPr/>
          </p:nvSpPr>
          <p:spPr>
            <a:xfrm>
              <a:off x="11215797" y="813103"/>
              <a:ext cx="75371" cy="95365"/>
            </a:xfrm>
            <a:custGeom>
              <a:avLst/>
              <a:gdLst>
                <a:gd name="connsiteX0" fmla="*/ 10768 w 75371"/>
                <a:gd name="connsiteY0" fmla="*/ 95365 h 95365"/>
                <a:gd name="connsiteX1" fmla="*/ 0 w 75371"/>
                <a:gd name="connsiteY1" fmla="*/ 95365 h 95365"/>
                <a:gd name="connsiteX2" fmla="*/ 0 w 75371"/>
                <a:gd name="connsiteY2" fmla="*/ 0 h 95365"/>
                <a:gd name="connsiteX3" fmla="*/ 75371 w 75371"/>
                <a:gd name="connsiteY3" fmla="*/ 0 h 95365"/>
                <a:gd name="connsiteX4" fmla="*/ 75371 w 75371"/>
                <a:gd name="connsiteY4" fmla="*/ 95365 h 95365"/>
                <a:gd name="connsiteX5" fmla="*/ 64603 w 75371"/>
                <a:gd name="connsiteY5" fmla="*/ 95365 h 95365"/>
                <a:gd name="connsiteX6" fmla="*/ 64603 w 75371"/>
                <a:gd name="connsiteY6" fmla="*/ 10767 h 95365"/>
                <a:gd name="connsiteX7" fmla="*/ 10768 w 75371"/>
                <a:gd name="connsiteY7" fmla="*/ 10767 h 95365"/>
                <a:gd name="connsiteX8" fmla="*/ 10768 w 75371"/>
                <a:gd name="connsiteY8" fmla="*/ 95365 h 95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371" h="95365">
                  <a:moveTo>
                    <a:pt x="10768" y="95365"/>
                  </a:moveTo>
                  <a:lnTo>
                    <a:pt x="0" y="95365"/>
                  </a:lnTo>
                  <a:lnTo>
                    <a:pt x="0" y="0"/>
                  </a:lnTo>
                  <a:lnTo>
                    <a:pt x="75371" y="0"/>
                  </a:lnTo>
                  <a:lnTo>
                    <a:pt x="75371" y="95365"/>
                  </a:lnTo>
                  <a:lnTo>
                    <a:pt x="64603" y="95365"/>
                  </a:lnTo>
                  <a:lnTo>
                    <a:pt x="64603" y="10767"/>
                  </a:lnTo>
                  <a:lnTo>
                    <a:pt x="10768" y="10767"/>
                  </a:lnTo>
                  <a:lnTo>
                    <a:pt x="10768" y="95365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1B1D00CA-50B7-4A10-A183-FF85911BA232}"/>
                </a:ext>
              </a:extLst>
            </p:cNvPr>
            <p:cNvSpPr/>
            <p:nvPr/>
          </p:nvSpPr>
          <p:spPr>
            <a:xfrm>
              <a:off x="11314237" y="811564"/>
              <a:ext cx="98440" cy="98441"/>
            </a:xfrm>
            <a:custGeom>
              <a:avLst/>
              <a:gdLst>
                <a:gd name="connsiteX0" fmla="*/ 49220 w 98440"/>
                <a:gd name="connsiteY0" fmla="*/ 98441 h 98441"/>
                <a:gd name="connsiteX1" fmla="*/ 13845 w 98440"/>
                <a:gd name="connsiteY1" fmla="*/ 84598 h 98441"/>
                <a:gd name="connsiteX2" fmla="*/ 0 w 98440"/>
                <a:gd name="connsiteY2" fmla="*/ 49221 h 98441"/>
                <a:gd name="connsiteX3" fmla="*/ 13845 w 98440"/>
                <a:gd name="connsiteY3" fmla="*/ 13843 h 98441"/>
                <a:gd name="connsiteX4" fmla="*/ 49220 w 98440"/>
                <a:gd name="connsiteY4" fmla="*/ 0 h 98441"/>
                <a:gd name="connsiteX5" fmla="*/ 84596 w 98440"/>
                <a:gd name="connsiteY5" fmla="*/ 13843 h 98441"/>
                <a:gd name="connsiteX6" fmla="*/ 98441 w 98440"/>
                <a:gd name="connsiteY6" fmla="*/ 49221 h 98441"/>
                <a:gd name="connsiteX7" fmla="*/ 84596 w 98440"/>
                <a:gd name="connsiteY7" fmla="*/ 84598 h 98441"/>
                <a:gd name="connsiteX8" fmla="*/ 49220 w 98440"/>
                <a:gd name="connsiteY8" fmla="*/ 98441 h 98441"/>
                <a:gd name="connsiteX9" fmla="*/ 49220 w 98440"/>
                <a:gd name="connsiteY9" fmla="*/ 87674 h 98441"/>
                <a:gd name="connsiteX10" fmla="*/ 75371 w 98440"/>
                <a:gd name="connsiteY10" fmla="*/ 76907 h 98441"/>
                <a:gd name="connsiteX11" fmla="*/ 84596 w 98440"/>
                <a:gd name="connsiteY11" fmla="*/ 49221 h 98441"/>
                <a:gd name="connsiteX12" fmla="*/ 73833 w 98440"/>
                <a:gd name="connsiteY12" fmla="*/ 23072 h 98441"/>
                <a:gd name="connsiteX13" fmla="*/ 47682 w 98440"/>
                <a:gd name="connsiteY13" fmla="*/ 12305 h 98441"/>
                <a:gd name="connsiteX14" fmla="*/ 21536 w 98440"/>
                <a:gd name="connsiteY14" fmla="*/ 23072 h 98441"/>
                <a:gd name="connsiteX15" fmla="*/ 10768 w 98440"/>
                <a:gd name="connsiteY15" fmla="*/ 50758 h 98441"/>
                <a:gd name="connsiteX16" fmla="*/ 21536 w 98440"/>
                <a:gd name="connsiteY16" fmla="*/ 78445 h 98441"/>
                <a:gd name="connsiteX17" fmla="*/ 49220 w 98440"/>
                <a:gd name="connsiteY17" fmla="*/ 87674 h 9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440" h="98441">
                  <a:moveTo>
                    <a:pt x="49220" y="98441"/>
                  </a:moveTo>
                  <a:cubicBezTo>
                    <a:pt x="35376" y="98441"/>
                    <a:pt x="23074" y="93827"/>
                    <a:pt x="13845" y="84598"/>
                  </a:cubicBezTo>
                  <a:cubicBezTo>
                    <a:pt x="4615" y="75369"/>
                    <a:pt x="0" y="63064"/>
                    <a:pt x="0" y="49221"/>
                  </a:cubicBezTo>
                  <a:cubicBezTo>
                    <a:pt x="0" y="35377"/>
                    <a:pt x="4615" y="23072"/>
                    <a:pt x="13845" y="13843"/>
                  </a:cubicBezTo>
                  <a:cubicBezTo>
                    <a:pt x="23074" y="4614"/>
                    <a:pt x="35376" y="0"/>
                    <a:pt x="49220" y="0"/>
                  </a:cubicBezTo>
                  <a:cubicBezTo>
                    <a:pt x="63065" y="0"/>
                    <a:pt x="75371" y="4614"/>
                    <a:pt x="84596" y="13843"/>
                  </a:cubicBezTo>
                  <a:cubicBezTo>
                    <a:pt x="93826" y="23072"/>
                    <a:pt x="98441" y="35377"/>
                    <a:pt x="98441" y="49221"/>
                  </a:cubicBezTo>
                  <a:cubicBezTo>
                    <a:pt x="98441" y="63064"/>
                    <a:pt x="93826" y="75369"/>
                    <a:pt x="84596" y="84598"/>
                  </a:cubicBezTo>
                  <a:cubicBezTo>
                    <a:pt x="75371" y="93827"/>
                    <a:pt x="63065" y="98441"/>
                    <a:pt x="49220" y="98441"/>
                  </a:cubicBezTo>
                  <a:close/>
                  <a:moveTo>
                    <a:pt x="49220" y="87674"/>
                  </a:moveTo>
                  <a:cubicBezTo>
                    <a:pt x="59988" y="87674"/>
                    <a:pt x="69218" y="84598"/>
                    <a:pt x="75371" y="76907"/>
                  </a:cubicBezTo>
                  <a:cubicBezTo>
                    <a:pt x="81525" y="69217"/>
                    <a:pt x="84596" y="59988"/>
                    <a:pt x="84596" y="49221"/>
                  </a:cubicBezTo>
                  <a:cubicBezTo>
                    <a:pt x="84596" y="38454"/>
                    <a:pt x="81525" y="29225"/>
                    <a:pt x="73833" y="23072"/>
                  </a:cubicBezTo>
                  <a:cubicBezTo>
                    <a:pt x="67680" y="15381"/>
                    <a:pt x="58450" y="12305"/>
                    <a:pt x="47682" y="12305"/>
                  </a:cubicBezTo>
                  <a:cubicBezTo>
                    <a:pt x="36914" y="12305"/>
                    <a:pt x="27689" y="15381"/>
                    <a:pt x="21536" y="23072"/>
                  </a:cubicBezTo>
                  <a:cubicBezTo>
                    <a:pt x="15383" y="30763"/>
                    <a:pt x="10768" y="39992"/>
                    <a:pt x="10768" y="50758"/>
                  </a:cubicBezTo>
                  <a:cubicBezTo>
                    <a:pt x="10768" y="61526"/>
                    <a:pt x="13845" y="70755"/>
                    <a:pt x="21536" y="78445"/>
                  </a:cubicBezTo>
                  <a:cubicBezTo>
                    <a:pt x="29228" y="86136"/>
                    <a:pt x="38452" y="87674"/>
                    <a:pt x="49220" y="87674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4190C3F8-D6D7-4943-9170-54A61372575B}"/>
                </a:ext>
              </a:extLst>
            </p:cNvPr>
            <p:cNvSpPr/>
            <p:nvPr/>
          </p:nvSpPr>
          <p:spPr>
            <a:xfrm>
              <a:off x="11420370" y="811564"/>
              <a:ext cx="81524" cy="98441"/>
            </a:xfrm>
            <a:custGeom>
              <a:avLst/>
              <a:gdLst>
                <a:gd name="connsiteX0" fmla="*/ 4615 w 81524"/>
                <a:gd name="connsiteY0" fmla="*/ 98441 h 98441"/>
                <a:gd name="connsiteX1" fmla="*/ 0 w 81524"/>
                <a:gd name="connsiteY1" fmla="*/ 98441 h 98441"/>
                <a:gd name="connsiteX2" fmla="*/ 0 w 81524"/>
                <a:gd name="connsiteY2" fmla="*/ 86136 h 98441"/>
                <a:gd name="connsiteX3" fmla="*/ 3077 w 81524"/>
                <a:gd name="connsiteY3" fmla="*/ 86136 h 98441"/>
                <a:gd name="connsiteX4" fmla="*/ 16921 w 81524"/>
                <a:gd name="connsiteY4" fmla="*/ 66140 h 98441"/>
                <a:gd name="connsiteX5" fmla="*/ 18459 w 81524"/>
                <a:gd name="connsiteY5" fmla="*/ 52297 h 98441"/>
                <a:gd name="connsiteX6" fmla="*/ 19998 w 81524"/>
                <a:gd name="connsiteY6" fmla="*/ 33839 h 98441"/>
                <a:gd name="connsiteX7" fmla="*/ 21536 w 81524"/>
                <a:gd name="connsiteY7" fmla="*/ 0 h 98441"/>
                <a:gd name="connsiteX8" fmla="*/ 81524 w 81524"/>
                <a:gd name="connsiteY8" fmla="*/ 0 h 98441"/>
                <a:gd name="connsiteX9" fmla="*/ 81524 w 81524"/>
                <a:gd name="connsiteY9" fmla="*/ 96903 h 98441"/>
                <a:gd name="connsiteX10" fmla="*/ 69218 w 81524"/>
                <a:gd name="connsiteY10" fmla="*/ 96903 h 98441"/>
                <a:gd name="connsiteX11" fmla="*/ 69218 w 81524"/>
                <a:gd name="connsiteY11" fmla="*/ 12305 h 98441"/>
                <a:gd name="connsiteX12" fmla="*/ 32304 w 81524"/>
                <a:gd name="connsiteY12" fmla="*/ 12305 h 98441"/>
                <a:gd name="connsiteX13" fmla="*/ 29228 w 81524"/>
                <a:gd name="connsiteY13" fmla="*/ 67678 h 98441"/>
                <a:gd name="connsiteX14" fmla="*/ 21536 w 81524"/>
                <a:gd name="connsiteY14" fmla="*/ 90751 h 98441"/>
                <a:gd name="connsiteX15" fmla="*/ 4615 w 81524"/>
                <a:gd name="connsiteY15" fmla="*/ 98441 h 9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1524" h="98441">
                  <a:moveTo>
                    <a:pt x="4615" y="98441"/>
                  </a:moveTo>
                  <a:cubicBezTo>
                    <a:pt x="4615" y="98441"/>
                    <a:pt x="3077" y="98441"/>
                    <a:pt x="0" y="98441"/>
                  </a:cubicBezTo>
                  <a:lnTo>
                    <a:pt x="0" y="86136"/>
                  </a:lnTo>
                  <a:cubicBezTo>
                    <a:pt x="1538" y="86136"/>
                    <a:pt x="1538" y="86136"/>
                    <a:pt x="3077" y="86136"/>
                  </a:cubicBezTo>
                  <a:cubicBezTo>
                    <a:pt x="10768" y="86136"/>
                    <a:pt x="15383" y="79984"/>
                    <a:pt x="16921" y="66140"/>
                  </a:cubicBezTo>
                  <a:cubicBezTo>
                    <a:pt x="16921" y="64602"/>
                    <a:pt x="16921" y="59988"/>
                    <a:pt x="18459" y="52297"/>
                  </a:cubicBezTo>
                  <a:lnTo>
                    <a:pt x="19998" y="33839"/>
                  </a:lnTo>
                  <a:cubicBezTo>
                    <a:pt x="21536" y="16920"/>
                    <a:pt x="21536" y="4614"/>
                    <a:pt x="21536" y="0"/>
                  </a:cubicBezTo>
                  <a:lnTo>
                    <a:pt x="81524" y="0"/>
                  </a:lnTo>
                  <a:lnTo>
                    <a:pt x="81524" y="96903"/>
                  </a:lnTo>
                  <a:lnTo>
                    <a:pt x="69218" y="96903"/>
                  </a:lnTo>
                  <a:lnTo>
                    <a:pt x="69218" y="12305"/>
                  </a:lnTo>
                  <a:lnTo>
                    <a:pt x="32304" y="12305"/>
                  </a:lnTo>
                  <a:cubicBezTo>
                    <a:pt x="32304" y="29225"/>
                    <a:pt x="30766" y="47682"/>
                    <a:pt x="29228" y="67678"/>
                  </a:cubicBezTo>
                  <a:cubicBezTo>
                    <a:pt x="27689" y="78445"/>
                    <a:pt x="26151" y="84598"/>
                    <a:pt x="21536" y="90751"/>
                  </a:cubicBezTo>
                  <a:cubicBezTo>
                    <a:pt x="18459" y="96903"/>
                    <a:pt x="12306" y="98441"/>
                    <a:pt x="4615" y="98441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10266AF0-7DD0-47ED-B96F-E3D930813B67}"/>
                </a:ext>
              </a:extLst>
            </p:cNvPr>
            <p:cNvSpPr/>
            <p:nvPr/>
          </p:nvSpPr>
          <p:spPr>
            <a:xfrm>
              <a:off x="11529579" y="811564"/>
              <a:ext cx="67679" cy="96902"/>
            </a:xfrm>
            <a:custGeom>
              <a:avLst/>
              <a:gdLst>
                <a:gd name="connsiteX0" fmla="*/ 12306 w 67679"/>
                <a:gd name="connsiteY0" fmla="*/ 38454 h 96902"/>
                <a:gd name="connsiteX1" fmla="*/ 35376 w 67679"/>
                <a:gd name="connsiteY1" fmla="*/ 38454 h 96902"/>
                <a:gd name="connsiteX2" fmla="*/ 59988 w 67679"/>
                <a:gd name="connsiteY2" fmla="*/ 46144 h 96902"/>
                <a:gd name="connsiteX3" fmla="*/ 67680 w 67679"/>
                <a:gd name="connsiteY3" fmla="*/ 67678 h 96902"/>
                <a:gd name="connsiteX4" fmla="*/ 58450 w 67679"/>
                <a:gd name="connsiteY4" fmla="*/ 89212 h 96902"/>
                <a:gd name="connsiteX5" fmla="*/ 33838 w 67679"/>
                <a:gd name="connsiteY5" fmla="*/ 96903 h 96902"/>
                <a:gd name="connsiteX6" fmla="*/ 0 w 67679"/>
                <a:gd name="connsiteY6" fmla="*/ 96903 h 96902"/>
                <a:gd name="connsiteX7" fmla="*/ 0 w 67679"/>
                <a:gd name="connsiteY7" fmla="*/ 0 h 96902"/>
                <a:gd name="connsiteX8" fmla="*/ 12306 w 67679"/>
                <a:gd name="connsiteY8" fmla="*/ 0 h 96902"/>
                <a:gd name="connsiteX9" fmla="*/ 12306 w 67679"/>
                <a:gd name="connsiteY9" fmla="*/ 38454 h 96902"/>
                <a:gd name="connsiteX10" fmla="*/ 12306 w 67679"/>
                <a:gd name="connsiteY10" fmla="*/ 86136 h 96902"/>
                <a:gd name="connsiteX11" fmla="*/ 32299 w 67679"/>
                <a:gd name="connsiteY11" fmla="*/ 86136 h 96902"/>
                <a:gd name="connsiteX12" fmla="*/ 49220 w 67679"/>
                <a:gd name="connsiteY12" fmla="*/ 81521 h 96902"/>
                <a:gd name="connsiteX13" fmla="*/ 55374 w 67679"/>
                <a:gd name="connsiteY13" fmla="*/ 67678 h 96902"/>
                <a:gd name="connsiteX14" fmla="*/ 49220 w 67679"/>
                <a:gd name="connsiteY14" fmla="*/ 53835 h 96902"/>
                <a:gd name="connsiteX15" fmla="*/ 32299 w 67679"/>
                <a:gd name="connsiteY15" fmla="*/ 49221 h 96902"/>
                <a:gd name="connsiteX16" fmla="*/ 12306 w 67679"/>
                <a:gd name="connsiteY16" fmla="*/ 49221 h 96902"/>
                <a:gd name="connsiteX17" fmla="*/ 12306 w 67679"/>
                <a:gd name="connsiteY17" fmla="*/ 86136 h 9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679" h="96902">
                  <a:moveTo>
                    <a:pt x="12306" y="38454"/>
                  </a:moveTo>
                  <a:lnTo>
                    <a:pt x="35376" y="38454"/>
                  </a:lnTo>
                  <a:cubicBezTo>
                    <a:pt x="46144" y="38454"/>
                    <a:pt x="53835" y="41530"/>
                    <a:pt x="59988" y="46144"/>
                  </a:cubicBezTo>
                  <a:cubicBezTo>
                    <a:pt x="66142" y="50758"/>
                    <a:pt x="67680" y="58449"/>
                    <a:pt x="67680" y="67678"/>
                  </a:cubicBezTo>
                  <a:cubicBezTo>
                    <a:pt x="67680" y="76907"/>
                    <a:pt x="64603" y="84598"/>
                    <a:pt x="58450" y="89212"/>
                  </a:cubicBezTo>
                  <a:cubicBezTo>
                    <a:pt x="52297" y="95365"/>
                    <a:pt x="44606" y="96903"/>
                    <a:pt x="33838" y="96903"/>
                  </a:cubicBezTo>
                  <a:lnTo>
                    <a:pt x="0" y="96903"/>
                  </a:lnTo>
                  <a:lnTo>
                    <a:pt x="0" y="0"/>
                  </a:lnTo>
                  <a:lnTo>
                    <a:pt x="12306" y="0"/>
                  </a:lnTo>
                  <a:lnTo>
                    <a:pt x="12306" y="38454"/>
                  </a:lnTo>
                  <a:close/>
                  <a:moveTo>
                    <a:pt x="12306" y="86136"/>
                  </a:moveTo>
                  <a:lnTo>
                    <a:pt x="32299" y="86136"/>
                  </a:lnTo>
                  <a:cubicBezTo>
                    <a:pt x="38452" y="86136"/>
                    <a:pt x="44606" y="84598"/>
                    <a:pt x="49220" y="81521"/>
                  </a:cubicBezTo>
                  <a:cubicBezTo>
                    <a:pt x="53835" y="78445"/>
                    <a:pt x="55374" y="73831"/>
                    <a:pt x="55374" y="67678"/>
                  </a:cubicBezTo>
                  <a:cubicBezTo>
                    <a:pt x="55374" y="61526"/>
                    <a:pt x="53835" y="56911"/>
                    <a:pt x="49220" y="53835"/>
                  </a:cubicBezTo>
                  <a:cubicBezTo>
                    <a:pt x="44606" y="50758"/>
                    <a:pt x="39991" y="49221"/>
                    <a:pt x="32299" y="49221"/>
                  </a:cubicBezTo>
                  <a:lnTo>
                    <a:pt x="12306" y="49221"/>
                  </a:lnTo>
                  <a:lnTo>
                    <a:pt x="12306" y="86136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B496ACF6-0C22-42EB-9EA7-375BEA5A0F6C}"/>
                </a:ext>
              </a:extLst>
            </p:cNvPr>
            <p:cNvSpPr/>
            <p:nvPr/>
          </p:nvSpPr>
          <p:spPr>
            <a:xfrm>
              <a:off x="11608022" y="811564"/>
              <a:ext cx="64603" cy="98441"/>
            </a:xfrm>
            <a:custGeom>
              <a:avLst/>
              <a:gdLst>
                <a:gd name="connsiteX0" fmla="*/ 46144 w 64603"/>
                <a:gd name="connsiteY0" fmla="*/ 46144 h 98441"/>
                <a:gd name="connsiteX1" fmla="*/ 59988 w 64603"/>
                <a:gd name="connsiteY1" fmla="*/ 53835 h 98441"/>
                <a:gd name="connsiteX2" fmla="*/ 64603 w 64603"/>
                <a:gd name="connsiteY2" fmla="*/ 69217 h 98441"/>
                <a:gd name="connsiteX3" fmla="*/ 53835 w 64603"/>
                <a:gd name="connsiteY3" fmla="*/ 90751 h 98441"/>
                <a:gd name="connsiteX4" fmla="*/ 24613 w 64603"/>
                <a:gd name="connsiteY4" fmla="*/ 98441 h 98441"/>
                <a:gd name="connsiteX5" fmla="*/ 9230 w 64603"/>
                <a:gd name="connsiteY5" fmla="*/ 96903 h 98441"/>
                <a:gd name="connsiteX6" fmla="*/ 0 w 64603"/>
                <a:gd name="connsiteY6" fmla="*/ 95365 h 98441"/>
                <a:gd name="connsiteX7" fmla="*/ 0 w 64603"/>
                <a:gd name="connsiteY7" fmla="*/ 83060 h 98441"/>
                <a:gd name="connsiteX8" fmla="*/ 23074 w 64603"/>
                <a:gd name="connsiteY8" fmla="*/ 86136 h 98441"/>
                <a:gd name="connsiteX9" fmla="*/ 43072 w 64603"/>
                <a:gd name="connsiteY9" fmla="*/ 81521 h 98441"/>
                <a:gd name="connsiteX10" fmla="*/ 50759 w 64603"/>
                <a:gd name="connsiteY10" fmla="*/ 67678 h 98441"/>
                <a:gd name="connsiteX11" fmla="*/ 26151 w 64603"/>
                <a:gd name="connsiteY11" fmla="*/ 52297 h 98441"/>
                <a:gd name="connsiteX12" fmla="*/ 12306 w 64603"/>
                <a:gd name="connsiteY12" fmla="*/ 52297 h 98441"/>
                <a:gd name="connsiteX13" fmla="*/ 12306 w 64603"/>
                <a:gd name="connsiteY13" fmla="*/ 39992 h 98441"/>
                <a:gd name="connsiteX14" fmla="*/ 26151 w 64603"/>
                <a:gd name="connsiteY14" fmla="*/ 39992 h 98441"/>
                <a:gd name="connsiteX15" fmla="*/ 41534 w 64603"/>
                <a:gd name="connsiteY15" fmla="*/ 35377 h 98441"/>
                <a:gd name="connsiteX16" fmla="*/ 47682 w 64603"/>
                <a:gd name="connsiteY16" fmla="*/ 24610 h 98441"/>
                <a:gd name="connsiteX17" fmla="*/ 24613 w 64603"/>
                <a:gd name="connsiteY17" fmla="*/ 9229 h 98441"/>
                <a:gd name="connsiteX18" fmla="*/ 3077 w 64603"/>
                <a:gd name="connsiteY18" fmla="*/ 12305 h 98441"/>
                <a:gd name="connsiteX19" fmla="*/ 3077 w 64603"/>
                <a:gd name="connsiteY19" fmla="*/ 3076 h 98441"/>
                <a:gd name="connsiteX20" fmla="*/ 27689 w 64603"/>
                <a:gd name="connsiteY20" fmla="*/ 0 h 98441"/>
                <a:gd name="connsiteX21" fmla="*/ 52297 w 64603"/>
                <a:gd name="connsiteY21" fmla="*/ 6153 h 98441"/>
                <a:gd name="connsiteX22" fmla="*/ 61527 w 64603"/>
                <a:gd name="connsiteY22" fmla="*/ 24610 h 98441"/>
                <a:gd name="connsiteX23" fmla="*/ 56912 w 64603"/>
                <a:gd name="connsiteY23" fmla="*/ 38454 h 98441"/>
                <a:gd name="connsiteX24" fmla="*/ 46144 w 64603"/>
                <a:gd name="connsiteY24" fmla="*/ 46144 h 9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603" h="98441">
                  <a:moveTo>
                    <a:pt x="46144" y="46144"/>
                  </a:moveTo>
                  <a:cubicBezTo>
                    <a:pt x="50759" y="47682"/>
                    <a:pt x="55374" y="49221"/>
                    <a:pt x="59988" y="53835"/>
                  </a:cubicBezTo>
                  <a:cubicBezTo>
                    <a:pt x="63065" y="58449"/>
                    <a:pt x="64603" y="63064"/>
                    <a:pt x="64603" y="69217"/>
                  </a:cubicBezTo>
                  <a:cubicBezTo>
                    <a:pt x="64603" y="78445"/>
                    <a:pt x="61527" y="86136"/>
                    <a:pt x="53835" y="90751"/>
                  </a:cubicBezTo>
                  <a:cubicBezTo>
                    <a:pt x="46144" y="95365"/>
                    <a:pt x="36919" y="98441"/>
                    <a:pt x="24613" y="98441"/>
                  </a:cubicBezTo>
                  <a:cubicBezTo>
                    <a:pt x="18459" y="98441"/>
                    <a:pt x="13845" y="98441"/>
                    <a:pt x="9230" y="96903"/>
                  </a:cubicBezTo>
                  <a:cubicBezTo>
                    <a:pt x="4615" y="96903"/>
                    <a:pt x="1538" y="95365"/>
                    <a:pt x="0" y="95365"/>
                  </a:cubicBezTo>
                  <a:lnTo>
                    <a:pt x="0" y="83060"/>
                  </a:lnTo>
                  <a:cubicBezTo>
                    <a:pt x="7691" y="84598"/>
                    <a:pt x="15383" y="86136"/>
                    <a:pt x="23074" y="86136"/>
                  </a:cubicBezTo>
                  <a:cubicBezTo>
                    <a:pt x="30766" y="86136"/>
                    <a:pt x="38457" y="84598"/>
                    <a:pt x="43072" y="81521"/>
                  </a:cubicBezTo>
                  <a:cubicBezTo>
                    <a:pt x="47682" y="78445"/>
                    <a:pt x="50759" y="73831"/>
                    <a:pt x="50759" y="67678"/>
                  </a:cubicBezTo>
                  <a:cubicBezTo>
                    <a:pt x="50759" y="56911"/>
                    <a:pt x="43072" y="52297"/>
                    <a:pt x="26151" y="52297"/>
                  </a:cubicBezTo>
                  <a:lnTo>
                    <a:pt x="12306" y="52297"/>
                  </a:lnTo>
                  <a:lnTo>
                    <a:pt x="12306" y="39992"/>
                  </a:lnTo>
                  <a:lnTo>
                    <a:pt x="26151" y="39992"/>
                  </a:lnTo>
                  <a:cubicBezTo>
                    <a:pt x="33842" y="39992"/>
                    <a:pt x="38457" y="38454"/>
                    <a:pt x="41534" y="35377"/>
                  </a:cubicBezTo>
                  <a:cubicBezTo>
                    <a:pt x="44610" y="32301"/>
                    <a:pt x="47682" y="29225"/>
                    <a:pt x="47682" y="24610"/>
                  </a:cubicBezTo>
                  <a:cubicBezTo>
                    <a:pt x="47682" y="15381"/>
                    <a:pt x="39995" y="9229"/>
                    <a:pt x="24613" y="9229"/>
                  </a:cubicBezTo>
                  <a:cubicBezTo>
                    <a:pt x="18459" y="9229"/>
                    <a:pt x="10768" y="10767"/>
                    <a:pt x="3077" y="12305"/>
                  </a:cubicBezTo>
                  <a:lnTo>
                    <a:pt x="3077" y="3076"/>
                  </a:lnTo>
                  <a:cubicBezTo>
                    <a:pt x="9230" y="1538"/>
                    <a:pt x="16921" y="0"/>
                    <a:pt x="27689" y="0"/>
                  </a:cubicBezTo>
                  <a:cubicBezTo>
                    <a:pt x="38457" y="0"/>
                    <a:pt x="46144" y="1538"/>
                    <a:pt x="52297" y="6153"/>
                  </a:cubicBezTo>
                  <a:cubicBezTo>
                    <a:pt x="58450" y="10767"/>
                    <a:pt x="61527" y="16920"/>
                    <a:pt x="61527" y="24610"/>
                  </a:cubicBezTo>
                  <a:cubicBezTo>
                    <a:pt x="61527" y="29225"/>
                    <a:pt x="59988" y="33839"/>
                    <a:pt x="56912" y="38454"/>
                  </a:cubicBezTo>
                  <a:cubicBezTo>
                    <a:pt x="53835" y="43068"/>
                    <a:pt x="50759" y="44606"/>
                    <a:pt x="46144" y="46144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21669F38-81C5-4DF1-AE54-466AA7FDBB64}"/>
                </a:ext>
              </a:extLst>
            </p:cNvPr>
            <p:cNvSpPr/>
            <p:nvPr/>
          </p:nvSpPr>
          <p:spPr>
            <a:xfrm>
              <a:off x="11683388" y="813103"/>
              <a:ext cx="79986" cy="98441"/>
            </a:xfrm>
            <a:custGeom>
              <a:avLst/>
              <a:gdLst>
                <a:gd name="connsiteX0" fmla="*/ 41534 w 79986"/>
                <a:gd name="connsiteY0" fmla="*/ 56911 h 98441"/>
                <a:gd name="connsiteX1" fmla="*/ 66142 w 79986"/>
                <a:gd name="connsiteY1" fmla="*/ 0 h 98441"/>
                <a:gd name="connsiteX2" fmla="*/ 79986 w 79986"/>
                <a:gd name="connsiteY2" fmla="*/ 0 h 98441"/>
                <a:gd name="connsiteX3" fmla="*/ 52297 w 79986"/>
                <a:gd name="connsiteY3" fmla="*/ 64602 h 98441"/>
                <a:gd name="connsiteX4" fmla="*/ 36919 w 79986"/>
                <a:gd name="connsiteY4" fmla="*/ 90751 h 98441"/>
                <a:gd name="connsiteX5" fmla="*/ 19998 w 79986"/>
                <a:gd name="connsiteY5" fmla="*/ 98441 h 98441"/>
                <a:gd name="connsiteX6" fmla="*/ 15383 w 79986"/>
                <a:gd name="connsiteY6" fmla="*/ 98441 h 98441"/>
                <a:gd name="connsiteX7" fmla="*/ 15383 w 79986"/>
                <a:gd name="connsiteY7" fmla="*/ 87674 h 98441"/>
                <a:gd name="connsiteX8" fmla="*/ 18459 w 79986"/>
                <a:gd name="connsiteY8" fmla="*/ 87674 h 98441"/>
                <a:gd name="connsiteX9" fmla="*/ 27689 w 79986"/>
                <a:gd name="connsiteY9" fmla="*/ 84598 h 98441"/>
                <a:gd name="connsiteX10" fmla="*/ 35381 w 79986"/>
                <a:gd name="connsiteY10" fmla="*/ 72293 h 98441"/>
                <a:gd name="connsiteX11" fmla="*/ 0 w 79986"/>
                <a:gd name="connsiteY11" fmla="*/ 1538 h 98441"/>
                <a:gd name="connsiteX12" fmla="*/ 13845 w 79986"/>
                <a:gd name="connsiteY12" fmla="*/ 1538 h 98441"/>
                <a:gd name="connsiteX13" fmla="*/ 41534 w 79986"/>
                <a:gd name="connsiteY13" fmla="*/ 56911 h 9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986" h="98441">
                  <a:moveTo>
                    <a:pt x="41534" y="56911"/>
                  </a:moveTo>
                  <a:lnTo>
                    <a:pt x="66142" y="0"/>
                  </a:lnTo>
                  <a:lnTo>
                    <a:pt x="79986" y="0"/>
                  </a:lnTo>
                  <a:lnTo>
                    <a:pt x="52297" y="64602"/>
                  </a:lnTo>
                  <a:cubicBezTo>
                    <a:pt x="47687" y="76907"/>
                    <a:pt x="41534" y="84598"/>
                    <a:pt x="36919" y="90751"/>
                  </a:cubicBezTo>
                  <a:cubicBezTo>
                    <a:pt x="32304" y="96903"/>
                    <a:pt x="26151" y="98441"/>
                    <a:pt x="19998" y="98441"/>
                  </a:cubicBezTo>
                  <a:cubicBezTo>
                    <a:pt x="18459" y="98441"/>
                    <a:pt x="16921" y="98441"/>
                    <a:pt x="15383" y="98441"/>
                  </a:cubicBezTo>
                  <a:lnTo>
                    <a:pt x="15383" y="87674"/>
                  </a:lnTo>
                  <a:cubicBezTo>
                    <a:pt x="15383" y="87674"/>
                    <a:pt x="16921" y="87674"/>
                    <a:pt x="18459" y="87674"/>
                  </a:cubicBezTo>
                  <a:cubicBezTo>
                    <a:pt x="21536" y="87674"/>
                    <a:pt x="24613" y="86136"/>
                    <a:pt x="27689" y="84598"/>
                  </a:cubicBezTo>
                  <a:cubicBezTo>
                    <a:pt x="30766" y="81521"/>
                    <a:pt x="33842" y="78445"/>
                    <a:pt x="35381" y="72293"/>
                  </a:cubicBezTo>
                  <a:lnTo>
                    <a:pt x="0" y="1538"/>
                  </a:lnTo>
                  <a:lnTo>
                    <a:pt x="13845" y="1538"/>
                  </a:lnTo>
                  <a:lnTo>
                    <a:pt x="41534" y="56911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" name="Полилиния: фигура 27">
              <a:extLst>
                <a:ext uri="{FF2B5EF4-FFF2-40B4-BE49-F238E27FC236}">
                  <a16:creationId xmlns:a16="http://schemas.microsoft.com/office/drawing/2014/main" id="{739D7B8E-86E7-49AE-9AE0-99A663DFFDDF}"/>
                </a:ext>
              </a:extLst>
            </p:cNvPr>
            <p:cNvSpPr/>
            <p:nvPr/>
          </p:nvSpPr>
          <p:spPr>
            <a:xfrm>
              <a:off x="10555935" y="971531"/>
              <a:ext cx="64602" cy="96902"/>
            </a:xfrm>
            <a:custGeom>
              <a:avLst/>
              <a:gdLst>
                <a:gd name="connsiteX0" fmla="*/ 12305 w 64602"/>
                <a:gd name="connsiteY0" fmla="*/ 38453 h 96902"/>
                <a:gd name="connsiteX1" fmla="*/ 32301 w 64602"/>
                <a:gd name="connsiteY1" fmla="*/ 38453 h 96902"/>
                <a:gd name="connsiteX2" fmla="*/ 56911 w 64602"/>
                <a:gd name="connsiteY2" fmla="*/ 46144 h 96902"/>
                <a:gd name="connsiteX3" fmla="*/ 64602 w 64602"/>
                <a:gd name="connsiteY3" fmla="*/ 67678 h 96902"/>
                <a:gd name="connsiteX4" fmla="*/ 55373 w 64602"/>
                <a:gd name="connsiteY4" fmla="*/ 89212 h 96902"/>
                <a:gd name="connsiteX5" fmla="*/ 30763 w 64602"/>
                <a:gd name="connsiteY5" fmla="*/ 96903 h 96902"/>
                <a:gd name="connsiteX6" fmla="*/ 0 w 64602"/>
                <a:gd name="connsiteY6" fmla="*/ 96903 h 96902"/>
                <a:gd name="connsiteX7" fmla="*/ 0 w 64602"/>
                <a:gd name="connsiteY7" fmla="*/ 0 h 96902"/>
                <a:gd name="connsiteX8" fmla="*/ 56911 w 64602"/>
                <a:gd name="connsiteY8" fmla="*/ 0 h 96902"/>
                <a:gd name="connsiteX9" fmla="*/ 56911 w 64602"/>
                <a:gd name="connsiteY9" fmla="*/ 12305 h 96902"/>
                <a:gd name="connsiteX10" fmla="*/ 12305 w 64602"/>
                <a:gd name="connsiteY10" fmla="*/ 12305 h 96902"/>
                <a:gd name="connsiteX11" fmla="*/ 12305 w 64602"/>
                <a:gd name="connsiteY11" fmla="*/ 38453 h 96902"/>
                <a:gd name="connsiteX12" fmla="*/ 12305 w 64602"/>
                <a:gd name="connsiteY12" fmla="*/ 86136 h 96902"/>
                <a:gd name="connsiteX13" fmla="*/ 30763 w 64602"/>
                <a:gd name="connsiteY13" fmla="*/ 86136 h 96902"/>
                <a:gd name="connsiteX14" fmla="*/ 47683 w 64602"/>
                <a:gd name="connsiteY14" fmla="*/ 81521 h 96902"/>
                <a:gd name="connsiteX15" fmla="*/ 53835 w 64602"/>
                <a:gd name="connsiteY15" fmla="*/ 67678 h 96902"/>
                <a:gd name="connsiteX16" fmla="*/ 47683 w 64602"/>
                <a:gd name="connsiteY16" fmla="*/ 53835 h 96902"/>
                <a:gd name="connsiteX17" fmla="*/ 30763 w 64602"/>
                <a:gd name="connsiteY17" fmla="*/ 49220 h 96902"/>
                <a:gd name="connsiteX18" fmla="*/ 13843 w 64602"/>
                <a:gd name="connsiteY18" fmla="*/ 49220 h 96902"/>
                <a:gd name="connsiteX19" fmla="*/ 13843 w 64602"/>
                <a:gd name="connsiteY19" fmla="*/ 86136 h 96902"/>
                <a:gd name="connsiteX20" fmla="*/ 12305 w 64602"/>
                <a:gd name="connsiteY20" fmla="*/ 86136 h 9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4602" h="96902">
                  <a:moveTo>
                    <a:pt x="12305" y="38453"/>
                  </a:moveTo>
                  <a:lnTo>
                    <a:pt x="32301" y="38453"/>
                  </a:lnTo>
                  <a:cubicBezTo>
                    <a:pt x="43068" y="38453"/>
                    <a:pt x="50759" y="41529"/>
                    <a:pt x="56911" y="46144"/>
                  </a:cubicBezTo>
                  <a:cubicBezTo>
                    <a:pt x="63064" y="50759"/>
                    <a:pt x="64602" y="58449"/>
                    <a:pt x="64602" y="67678"/>
                  </a:cubicBezTo>
                  <a:cubicBezTo>
                    <a:pt x="64602" y="76907"/>
                    <a:pt x="61526" y="83059"/>
                    <a:pt x="55373" y="89212"/>
                  </a:cubicBezTo>
                  <a:cubicBezTo>
                    <a:pt x="49221" y="95365"/>
                    <a:pt x="41530" y="96903"/>
                    <a:pt x="30763" y="96903"/>
                  </a:cubicBezTo>
                  <a:lnTo>
                    <a:pt x="0" y="96903"/>
                  </a:lnTo>
                  <a:lnTo>
                    <a:pt x="0" y="0"/>
                  </a:lnTo>
                  <a:lnTo>
                    <a:pt x="56911" y="0"/>
                  </a:lnTo>
                  <a:lnTo>
                    <a:pt x="56911" y="12305"/>
                  </a:lnTo>
                  <a:lnTo>
                    <a:pt x="12305" y="12305"/>
                  </a:lnTo>
                  <a:lnTo>
                    <a:pt x="12305" y="38453"/>
                  </a:lnTo>
                  <a:close/>
                  <a:moveTo>
                    <a:pt x="12305" y="86136"/>
                  </a:moveTo>
                  <a:lnTo>
                    <a:pt x="30763" y="86136"/>
                  </a:lnTo>
                  <a:cubicBezTo>
                    <a:pt x="36916" y="86136"/>
                    <a:pt x="43068" y="84598"/>
                    <a:pt x="47683" y="81521"/>
                  </a:cubicBezTo>
                  <a:cubicBezTo>
                    <a:pt x="52297" y="78445"/>
                    <a:pt x="53835" y="73831"/>
                    <a:pt x="53835" y="67678"/>
                  </a:cubicBezTo>
                  <a:cubicBezTo>
                    <a:pt x="53835" y="61525"/>
                    <a:pt x="52297" y="56911"/>
                    <a:pt x="47683" y="53835"/>
                  </a:cubicBezTo>
                  <a:cubicBezTo>
                    <a:pt x="43068" y="50759"/>
                    <a:pt x="38454" y="49220"/>
                    <a:pt x="30763" y="49220"/>
                  </a:cubicBezTo>
                  <a:lnTo>
                    <a:pt x="13843" y="49220"/>
                  </a:lnTo>
                  <a:lnTo>
                    <a:pt x="13843" y="86136"/>
                  </a:lnTo>
                  <a:lnTo>
                    <a:pt x="12305" y="86136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" name="Полилиния: фигура 28">
              <a:extLst>
                <a:ext uri="{FF2B5EF4-FFF2-40B4-BE49-F238E27FC236}">
                  <a16:creationId xmlns:a16="http://schemas.microsoft.com/office/drawing/2014/main" id="{CFA5C1EA-1A99-45DC-A87F-6241801528F7}"/>
                </a:ext>
              </a:extLst>
            </p:cNvPr>
            <p:cNvSpPr/>
            <p:nvPr/>
          </p:nvSpPr>
          <p:spPr>
            <a:xfrm>
              <a:off x="10628230" y="974608"/>
              <a:ext cx="79983" cy="98440"/>
            </a:xfrm>
            <a:custGeom>
              <a:avLst/>
              <a:gdLst>
                <a:gd name="connsiteX0" fmla="*/ 41530 w 79983"/>
                <a:gd name="connsiteY0" fmla="*/ 56911 h 98440"/>
                <a:gd name="connsiteX1" fmla="*/ 66141 w 79983"/>
                <a:gd name="connsiteY1" fmla="*/ 0 h 98440"/>
                <a:gd name="connsiteX2" fmla="*/ 79984 w 79983"/>
                <a:gd name="connsiteY2" fmla="*/ 0 h 98440"/>
                <a:gd name="connsiteX3" fmla="*/ 52297 w 79983"/>
                <a:gd name="connsiteY3" fmla="*/ 64602 h 98440"/>
                <a:gd name="connsiteX4" fmla="*/ 36916 w 79983"/>
                <a:gd name="connsiteY4" fmla="*/ 90750 h 98440"/>
                <a:gd name="connsiteX5" fmla="*/ 19996 w 79983"/>
                <a:gd name="connsiteY5" fmla="*/ 98441 h 98440"/>
                <a:gd name="connsiteX6" fmla="*/ 15381 w 79983"/>
                <a:gd name="connsiteY6" fmla="*/ 98441 h 98440"/>
                <a:gd name="connsiteX7" fmla="*/ 15381 w 79983"/>
                <a:gd name="connsiteY7" fmla="*/ 87674 h 98440"/>
                <a:gd name="connsiteX8" fmla="*/ 18458 w 79983"/>
                <a:gd name="connsiteY8" fmla="*/ 87674 h 98440"/>
                <a:gd name="connsiteX9" fmla="*/ 27687 w 79983"/>
                <a:gd name="connsiteY9" fmla="*/ 84598 h 98440"/>
                <a:gd name="connsiteX10" fmla="*/ 35377 w 79983"/>
                <a:gd name="connsiteY10" fmla="*/ 72292 h 98440"/>
                <a:gd name="connsiteX11" fmla="*/ 0 w 79983"/>
                <a:gd name="connsiteY11" fmla="*/ 1538 h 98440"/>
                <a:gd name="connsiteX12" fmla="*/ 13843 w 79983"/>
                <a:gd name="connsiteY12" fmla="*/ 1538 h 98440"/>
                <a:gd name="connsiteX13" fmla="*/ 41530 w 79983"/>
                <a:gd name="connsiteY13" fmla="*/ 56911 h 98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983" h="98440">
                  <a:moveTo>
                    <a:pt x="41530" y="56911"/>
                  </a:moveTo>
                  <a:lnTo>
                    <a:pt x="66141" y="0"/>
                  </a:lnTo>
                  <a:lnTo>
                    <a:pt x="79984" y="0"/>
                  </a:lnTo>
                  <a:lnTo>
                    <a:pt x="52297" y="64602"/>
                  </a:lnTo>
                  <a:cubicBezTo>
                    <a:pt x="47683" y="76907"/>
                    <a:pt x="41530" y="84598"/>
                    <a:pt x="36916" y="90750"/>
                  </a:cubicBezTo>
                  <a:cubicBezTo>
                    <a:pt x="32301" y="96903"/>
                    <a:pt x="26149" y="98441"/>
                    <a:pt x="19996" y="98441"/>
                  </a:cubicBezTo>
                  <a:cubicBezTo>
                    <a:pt x="18458" y="98441"/>
                    <a:pt x="16920" y="98441"/>
                    <a:pt x="15381" y="98441"/>
                  </a:cubicBezTo>
                  <a:lnTo>
                    <a:pt x="15381" y="87674"/>
                  </a:lnTo>
                  <a:cubicBezTo>
                    <a:pt x="15381" y="87674"/>
                    <a:pt x="16919" y="87674"/>
                    <a:pt x="18458" y="87674"/>
                  </a:cubicBezTo>
                  <a:cubicBezTo>
                    <a:pt x="21534" y="87674"/>
                    <a:pt x="24610" y="86136"/>
                    <a:pt x="27687" y="84598"/>
                  </a:cubicBezTo>
                  <a:cubicBezTo>
                    <a:pt x="30763" y="81521"/>
                    <a:pt x="33839" y="78445"/>
                    <a:pt x="35377" y="72292"/>
                  </a:cubicBezTo>
                  <a:lnTo>
                    <a:pt x="0" y="1538"/>
                  </a:lnTo>
                  <a:lnTo>
                    <a:pt x="13843" y="1538"/>
                  </a:lnTo>
                  <a:lnTo>
                    <a:pt x="41530" y="56911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0CAD5FE8-9332-4679-9950-96111B07204D}"/>
                </a:ext>
              </a:extLst>
            </p:cNvPr>
            <p:cNvSpPr/>
            <p:nvPr/>
          </p:nvSpPr>
          <p:spPr>
            <a:xfrm>
              <a:off x="10705137" y="973069"/>
              <a:ext cx="101516" cy="119974"/>
            </a:xfrm>
            <a:custGeom>
              <a:avLst/>
              <a:gdLst>
                <a:gd name="connsiteX0" fmla="*/ 86135 w 101516"/>
                <a:gd name="connsiteY0" fmla="*/ 0 h 119974"/>
                <a:gd name="connsiteX1" fmla="*/ 86135 w 101516"/>
                <a:gd name="connsiteY1" fmla="*/ 84598 h 119974"/>
                <a:gd name="connsiteX2" fmla="*/ 101517 w 101516"/>
                <a:gd name="connsiteY2" fmla="*/ 84598 h 119974"/>
                <a:gd name="connsiteX3" fmla="*/ 101517 w 101516"/>
                <a:gd name="connsiteY3" fmla="*/ 119975 h 119974"/>
                <a:gd name="connsiteX4" fmla="*/ 89212 w 101516"/>
                <a:gd name="connsiteY4" fmla="*/ 119975 h 119974"/>
                <a:gd name="connsiteX5" fmla="*/ 89212 w 101516"/>
                <a:gd name="connsiteY5" fmla="*/ 96903 h 119974"/>
                <a:gd name="connsiteX6" fmla="*/ 12305 w 101516"/>
                <a:gd name="connsiteY6" fmla="*/ 96903 h 119974"/>
                <a:gd name="connsiteX7" fmla="*/ 12305 w 101516"/>
                <a:gd name="connsiteY7" fmla="*/ 119975 h 119974"/>
                <a:gd name="connsiteX8" fmla="*/ 0 w 101516"/>
                <a:gd name="connsiteY8" fmla="*/ 119975 h 119974"/>
                <a:gd name="connsiteX9" fmla="*/ 0 w 101516"/>
                <a:gd name="connsiteY9" fmla="*/ 84598 h 119974"/>
                <a:gd name="connsiteX10" fmla="*/ 3076 w 101516"/>
                <a:gd name="connsiteY10" fmla="*/ 84598 h 119974"/>
                <a:gd name="connsiteX11" fmla="*/ 15381 w 101516"/>
                <a:gd name="connsiteY11" fmla="*/ 78445 h 119974"/>
                <a:gd name="connsiteX12" fmla="*/ 19995 w 101516"/>
                <a:gd name="connsiteY12" fmla="*/ 66140 h 119974"/>
                <a:gd name="connsiteX13" fmla="*/ 21534 w 101516"/>
                <a:gd name="connsiteY13" fmla="*/ 53835 h 119974"/>
                <a:gd name="connsiteX14" fmla="*/ 23072 w 101516"/>
                <a:gd name="connsiteY14" fmla="*/ 35377 h 119974"/>
                <a:gd name="connsiteX15" fmla="*/ 24610 w 101516"/>
                <a:gd name="connsiteY15" fmla="*/ 15381 h 119974"/>
                <a:gd name="connsiteX16" fmla="*/ 24610 w 101516"/>
                <a:gd name="connsiteY16" fmla="*/ 0 h 119974"/>
                <a:gd name="connsiteX17" fmla="*/ 86135 w 101516"/>
                <a:gd name="connsiteY17" fmla="*/ 0 h 119974"/>
                <a:gd name="connsiteX18" fmla="*/ 30762 w 101516"/>
                <a:gd name="connsiteY18" fmla="*/ 67678 h 119974"/>
                <a:gd name="connsiteX19" fmla="*/ 24610 w 101516"/>
                <a:gd name="connsiteY19" fmla="*/ 86136 h 119974"/>
                <a:gd name="connsiteX20" fmla="*/ 73830 w 101516"/>
                <a:gd name="connsiteY20" fmla="*/ 86136 h 119974"/>
                <a:gd name="connsiteX21" fmla="*/ 73830 w 101516"/>
                <a:gd name="connsiteY21" fmla="*/ 13843 h 119974"/>
                <a:gd name="connsiteX22" fmla="*/ 35377 w 101516"/>
                <a:gd name="connsiteY22" fmla="*/ 13843 h 119974"/>
                <a:gd name="connsiteX23" fmla="*/ 35377 w 101516"/>
                <a:gd name="connsiteY23" fmla="*/ 24610 h 119974"/>
                <a:gd name="connsiteX24" fmla="*/ 33839 w 101516"/>
                <a:gd name="connsiteY24" fmla="*/ 41530 h 119974"/>
                <a:gd name="connsiteX25" fmla="*/ 32300 w 101516"/>
                <a:gd name="connsiteY25" fmla="*/ 58449 h 119974"/>
                <a:gd name="connsiteX26" fmla="*/ 30762 w 101516"/>
                <a:gd name="connsiteY26" fmla="*/ 67678 h 119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516" h="119974">
                  <a:moveTo>
                    <a:pt x="86135" y="0"/>
                  </a:moveTo>
                  <a:lnTo>
                    <a:pt x="86135" y="84598"/>
                  </a:lnTo>
                  <a:lnTo>
                    <a:pt x="101517" y="84598"/>
                  </a:lnTo>
                  <a:lnTo>
                    <a:pt x="101517" y="119975"/>
                  </a:lnTo>
                  <a:lnTo>
                    <a:pt x="89212" y="119975"/>
                  </a:lnTo>
                  <a:lnTo>
                    <a:pt x="89212" y="96903"/>
                  </a:lnTo>
                  <a:lnTo>
                    <a:pt x="12305" y="96903"/>
                  </a:lnTo>
                  <a:lnTo>
                    <a:pt x="12305" y="119975"/>
                  </a:lnTo>
                  <a:lnTo>
                    <a:pt x="0" y="119975"/>
                  </a:lnTo>
                  <a:lnTo>
                    <a:pt x="0" y="84598"/>
                  </a:lnTo>
                  <a:lnTo>
                    <a:pt x="3076" y="84598"/>
                  </a:lnTo>
                  <a:cubicBezTo>
                    <a:pt x="9228" y="84598"/>
                    <a:pt x="12305" y="83060"/>
                    <a:pt x="15381" y="78445"/>
                  </a:cubicBezTo>
                  <a:cubicBezTo>
                    <a:pt x="18458" y="73831"/>
                    <a:pt x="19995" y="70755"/>
                    <a:pt x="19995" y="66140"/>
                  </a:cubicBezTo>
                  <a:cubicBezTo>
                    <a:pt x="19995" y="64602"/>
                    <a:pt x="19995" y="59988"/>
                    <a:pt x="21534" y="53835"/>
                  </a:cubicBezTo>
                  <a:lnTo>
                    <a:pt x="23072" y="35377"/>
                  </a:lnTo>
                  <a:cubicBezTo>
                    <a:pt x="23072" y="30763"/>
                    <a:pt x="23071" y="24610"/>
                    <a:pt x="24610" y="15381"/>
                  </a:cubicBezTo>
                  <a:cubicBezTo>
                    <a:pt x="24610" y="9229"/>
                    <a:pt x="24610" y="3076"/>
                    <a:pt x="24610" y="0"/>
                  </a:cubicBezTo>
                  <a:lnTo>
                    <a:pt x="86135" y="0"/>
                  </a:lnTo>
                  <a:close/>
                  <a:moveTo>
                    <a:pt x="30762" y="67678"/>
                  </a:moveTo>
                  <a:cubicBezTo>
                    <a:pt x="29225" y="75369"/>
                    <a:pt x="27686" y="81522"/>
                    <a:pt x="24610" y="86136"/>
                  </a:cubicBezTo>
                  <a:lnTo>
                    <a:pt x="73830" y="86136"/>
                  </a:lnTo>
                  <a:lnTo>
                    <a:pt x="73830" y="13843"/>
                  </a:lnTo>
                  <a:lnTo>
                    <a:pt x="35377" y="13843"/>
                  </a:lnTo>
                  <a:cubicBezTo>
                    <a:pt x="35377" y="15381"/>
                    <a:pt x="35377" y="19996"/>
                    <a:pt x="35377" y="24610"/>
                  </a:cubicBezTo>
                  <a:cubicBezTo>
                    <a:pt x="35377" y="32301"/>
                    <a:pt x="35377" y="36916"/>
                    <a:pt x="33839" y="41530"/>
                  </a:cubicBezTo>
                  <a:lnTo>
                    <a:pt x="32300" y="58449"/>
                  </a:lnTo>
                  <a:cubicBezTo>
                    <a:pt x="32300" y="61526"/>
                    <a:pt x="32301" y="64602"/>
                    <a:pt x="30762" y="67678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F849F9E8-E246-4D27-8A6C-32E05632B41A}"/>
                </a:ext>
              </a:extLst>
            </p:cNvPr>
            <p:cNvSpPr/>
            <p:nvPr/>
          </p:nvSpPr>
          <p:spPr>
            <a:xfrm>
              <a:off x="10814339" y="974608"/>
              <a:ext cx="79983" cy="98440"/>
            </a:xfrm>
            <a:custGeom>
              <a:avLst/>
              <a:gdLst>
                <a:gd name="connsiteX0" fmla="*/ 41530 w 79983"/>
                <a:gd name="connsiteY0" fmla="*/ 56911 h 98440"/>
                <a:gd name="connsiteX1" fmla="*/ 66140 w 79983"/>
                <a:gd name="connsiteY1" fmla="*/ 0 h 98440"/>
                <a:gd name="connsiteX2" fmla="*/ 79983 w 79983"/>
                <a:gd name="connsiteY2" fmla="*/ 0 h 98440"/>
                <a:gd name="connsiteX3" fmla="*/ 52297 w 79983"/>
                <a:gd name="connsiteY3" fmla="*/ 64602 h 98440"/>
                <a:gd name="connsiteX4" fmla="*/ 36916 w 79983"/>
                <a:gd name="connsiteY4" fmla="*/ 90750 h 98440"/>
                <a:gd name="connsiteX5" fmla="*/ 19996 w 79983"/>
                <a:gd name="connsiteY5" fmla="*/ 98441 h 98440"/>
                <a:gd name="connsiteX6" fmla="*/ 15381 w 79983"/>
                <a:gd name="connsiteY6" fmla="*/ 98441 h 98440"/>
                <a:gd name="connsiteX7" fmla="*/ 15381 w 79983"/>
                <a:gd name="connsiteY7" fmla="*/ 87674 h 98440"/>
                <a:gd name="connsiteX8" fmla="*/ 18458 w 79983"/>
                <a:gd name="connsiteY8" fmla="*/ 87674 h 98440"/>
                <a:gd name="connsiteX9" fmla="*/ 27687 w 79983"/>
                <a:gd name="connsiteY9" fmla="*/ 84598 h 98440"/>
                <a:gd name="connsiteX10" fmla="*/ 35378 w 79983"/>
                <a:gd name="connsiteY10" fmla="*/ 72292 h 98440"/>
                <a:gd name="connsiteX11" fmla="*/ 0 w 79983"/>
                <a:gd name="connsiteY11" fmla="*/ 1538 h 98440"/>
                <a:gd name="connsiteX12" fmla="*/ 13844 w 79983"/>
                <a:gd name="connsiteY12" fmla="*/ 1538 h 98440"/>
                <a:gd name="connsiteX13" fmla="*/ 41530 w 79983"/>
                <a:gd name="connsiteY13" fmla="*/ 56911 h 98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983" h="98440">
                  <a:moveTo>
                    <a:pt x="41530" y="56911"/>
                  </a:moveTo>
                  <a:lnTo>
                    <a:pt x="66140" y="0"/>
                  </a:lnTo>
                  <a:lnTo>
                    <a:pt x="79983" y="0"/>
                  </a:lnTo>
                  <a:lnTo>
                    <a:pt x="52297" y="64602"/>
                  </a:lnTo>
                  <a:cubicBezTo>
                    <a:pt x="47683" y="76907"/>
                    <a:pt x="41530" y="84598"/>
                    <a:pt x="36916" y="90750"/>
                  </a:cubicBezTo>
                  <a:cubicBezTo>
                    <a:pt x="32302" y="96903"/>
                    <a:pt x="26149" y="98441"/>
                    <a:pt x="19996" y="98441"/>
                  </a:cubicBezTo>
                  <a:cubicBezTo>
                    <a:pt x="18458" y="98441"/>
                    <a:pt x="16920" y="98441"/>
                    <a:pt x="15381" y="98441"/>
                  </a:cubicBezTo>
                  <a:lnTo>
                    <a:pt x="15381" y="87674"/>
                  </a:lnTo>
                  <a:cubicBezTo>
                    <a:pt x="15381" y="87674"/>
                    <a:pt x="16920" y="87674"/>
                    <a:pt x="18458" y="87674"/>
                  </a:cubicBezTo>
                  <a:cubicBezTo>
                    <a:pt x="21534" y="87674"/>
                    <a:pt x="24611" y="86136"/>
                    <a:pt x="27687" y="84598"/>
                  </a:cubicBezTo>
                  <a:cubicBezTo>
                    <a:pt x="30763" y="81521"/>
                    <a:pt x="33839" y="78445"/>
                    <a:pt x="35378" y="72292"/>
                  </a:cubicBezTo>
                  <a:lnTo>
                    <a:pt x="0" y="1538"/>
                  </a:lnTo>
                  <a:lnTo>
                    <a:pt x="13844" y="1538"/>
                  </a:lnTo>
                  <a:lnTo>
                    <a:pt x="41530" y="56911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5D745FF6-678F-40B3-BA9A-1661446C5CB7}"/>
                </a:ext>
              </a:extLst>
            </p:cNvPr>
            <p:cNvSpPr/>
            <p:nvPr/>
          </p:nvSpPr>
          <p:spPr>
            <a:xfrm>
              <a:off x="10912785" y="973069"/>
              <a:ext cx="139971" cy="119974"/>
            </a:xfrm>
            <a:custGeom>
              <a:avLst/>
              <a:gdLst>
                <a:gd name="connsiteX0" fmla="*/ 139972 w 139971"/>
                <a:gd name="connsiteY0" fmla="*/ 119975 h 119974"/>
                <a:gd name="connsiteX1" fmla="*/ 127666 w 139971"/>
                <a:gd name="connsiteY1" fmla="*/ 119975 h 119974"/>
                <a:gd name="connsiteX2" fmla="*/ 127666 w 139971"/>
                <a:gd name="connsiteY2" fmla="*/ 96903 h 119974"/>
                <a:gd name="connsiteX3" fmla="*/ 0 w 139971"/>
                <a:gd name="connsiteY3" fmla="*/ 96903 h 119974"/>
                <a:gd name="connsiteX4" fmla="*/ 0 w 139971"/>
                <a:gd name="connsiteY4" fmla="*/ 0 h 119974"/>
                <a:gd name="connsiteX5" fmla="*/ 10767 w 139971"/>
                <a:gd name="connsiteY5" fmla="*/ 0 h 119974"/>
                <a:gd name="connsiteX6" fmla="*/ 10767 w 139971"/>
                <a:gd name="connsiteY6" fmla="*/ 84598 h 119974"/>
                <a:gd name="connsiteX7" fmla="*/ 55373 w 139971"/>
                <a:gd name="connsiteY7" fmla="*/ 84598 h 119974"/>
                <a:gd name="connsiteX8" fmla="*/ 55373 w 139971"/>
                <a:gd name="connsiteY8" fmla="*/ 0 h 119974"/>
                <a:gd name="connsiteX9" fmla="*/ 67678 w 139971"/>
                <a:gd name="connsiteY9" fmla="*/ 0 h 119974"/>
                <a:gd name="connsiteX10" fmla="*/ 67678 w 139971"/>
                <a:gd name="connsiteY10" fmla="*/ 84598 h 119974"/>
                <a:gd name="connsiteX11" fmla="*/ 112284 w 139971"/>
                <a:gd name="connsiteY11" fmla="*/ 84598 h 119974"/>
                <a:gd name="connsiteX12" fmla="*/ 112284 w 139971"/>
                <a:gd name="connsiteY12" fmla="*/ 0 h 119974"/>
                <a:gd name="connsiteX13" fmla="*/ 124589 w 139971"/>
                <a:gd name="connsiteY13" fmla="*/ 0 h 119974"/>
                <a:gd name="connsiteX14" fmla="*/ 124589 w 139971"/>
                <a:gd name="connsiteY14" fmla="*/ 84598 h 119974"/>
                <a:gd name="connsiteX15" fmla="*/ 139972 w 139971"/>
                <a:gd name="connsiteY15" fmla="*/ 84598 h 119974"/>
                <a:gd name="connsiteX16" fmla="*/ 139972 w 139971"/>
                <a:gd name="connsiteY16" fmla="*/ 119975 h 119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971" h="119974">
                  <a:moveTo>
                    <a:pt x="139972" y="119975"/>
                  </a:moveTo>
                  <a:lnTo>
                    <a:pt x="127666" y="119975"/>
                  </a:lnTo>
                  <a:lnTo>
                    <a:pt x="127666" y="96903"/>
                  </a:lnTo>
                  <a:lnTo>
                    <a:pt x="0" y="96903"/>
                  </a:lnTo>
                  <a:lnTo>
                    <a:pt x="0" y="0"/>
                  </a:lnTo>
                  <a:lnTo>
                    <a:pt x="10767" y="0"/>
                  </a:lnTo>
                  <a:lnTo>
                    <a:pt x="10767" y="84598"/>
                  </a:lnTo>
                  <a:lnTo>
                    <a:pt x="55373" y="84598"/>
                  </a:lnTo>
                  <a:lnTo>
                    <a:pt x="55373" y="0"/>
                  </a:lnTo>
                  <a:lnTo>
                    <a:pt x="67678" y="0"/>
                  </a:lnTo>
                  <a:lnTo>
                    <a:pt x="67678" y="84598"/>
                  </a:lnTo>
                  <a:lnTo>
                    <a:pt x="112284" y="84598"/>
                  </a:lnTo>
                  <a:lnTo>
                    <a:pt x="112284" y="0"/>
                  </a:lnTo>
                  <a:lnTo>
                    <a:pt x="124589" y="0"/>
                  </a:lnTo>
                  <a:lnTo>
                    <a:pt x="124589" y="84598"/>
                  </a:lnTo>
                  <a:lnTo>
                    <a:pt x="139972" y="84598"/>
                  </a:lnTo>
                  <a:lnTo>
                    <a:pt x="139972" y="119975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" name="Полилиния: фигура 32">
              <a:extLst>
                <a:ext uri="{FF2B5EF4-FFF2-40B4-BE49-F238E27FC236}">
                  <a16:creationId xmlns:a16="http://schemas.microsoft.com/office/drawing/2014/main" id="{BFD5D12A-C7E2-4713-9A84-774C2B28F9DA}"/>
                </a:ext>
              </a:extLst>
            </p:cNvPr>
            <p:cNvSpPr/>
            <p:nvPr/>
          </p:nvSpPr>
          <p:spPr>
            <a:xfrm>
              <a:off x="11072750" y="973069"/>
              <a:ext cx="56911" cy="96903"/>
            </a:xfrm>
            <a:custGeom>
              <a:avLst/>
              <a:gdLst>
                <a:gd name="connsiteX0" fmla="*/ 56912 w 56911"/>
                <a:gd name="connsiteY0" fmla="*/ 0 h 96903"/>
                <a:gd name="connsiteX1" fmla="*/ 56912 w 56911"/>
                <a:gd name="connsiteY1" fmla="*/ 12305 h 96903"/>
                <a:gd name="connsiteX2" fmla="*/ 12302 w 56911"/>
                <a:gd name="connsiteY2" fmla="*/ 12305 h 96903"/>
                <a:gd name="connsiteX3" fmla="*/ 12302 w 56911"/>
                <a:gd name="connsiteY3" fmla="*/ 41530 h 96903"/>
                <a:gd name="connsiteX4" fmla="*/ 53835 w 56911"/>
                <a:gd name="connsiteY4" fmla="*/ 41530 h 96903"/>
                <a:gd name="connsiteX5" fmla="*/ 53835 w 56911"/>
                <a:gd name="connsiteY5" fmla="*/ 53835 h 96903"/>
                <a:gd name="connsiteX6" fmla="*/ 12302 w 56911"/>
                <a:gd name="connsiteY6" fmla="*/ 53835 h 96903"/>
                <a:gd name="connsiteX7" fmla="*/ 12302 w 56911"/>
                <a:gd name="connsiteY7" fmla="*/ 84598 h 96903"/>
                <a:gd name="connsiteX8" fmla="*/ 56912 w 56911"/>
                <a:gd name="connsiteY8" fmla="*/ 84598 h 96903"/>
                <a:gd name="connsiteX9" fmla="*/ 56912 w 56911"/>
                <a:gd name="connsiteY9" fmla="*/ 96903 h 96903"/>
                <a:gd name="connsiteX10" fmla="*/ 0 w 56911"/>
                <a:gd name="connsiteY10" fmla="*/ 96903 h 96903"/>
                <a:gd name="connsiteX11" fmla="*/ 0 w 56911"/>
                <a:gd name="connsiteY11" fmla="*/ 0 h 96903"/>
                <a:gd name="connsiteX12" fmla="*/ 56912 w 56911"/>
                <a:gd name="connsiteY12" fmla="*/ 0 h 96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911" h="96903">
                  <a:moveTo>
                    <a:pt x="56912" y="0"/>
                  </a:moveTo>
                  <a:lnTo>
                    <a:pt x="56912" y="12305"/>
                  </a:lnTo>
                  <a:lnTo>
                    <a:pt x="12302" y="12305"/>
                  </a:lnTo>
                  <a:lnTo>
                    <a:pt x="12302" y="41530"/>
                  </a:lnTo>
                  <a:lnTo>
                    <a:pt x="53835" y="41530"/>
                  </a:lnTo>
                  <a:lnTo>
                    <a:pt x="53835" y="53835"/>
                  </a:lnTo>
                  <a:lnTo>
                    <a:pt x="12302" y="53835"/>
                  </a:lnTo>
                  <a:lnTo>
                    <a:pt x="12302" y="84598"/>
                  </a:lnTo>
                  <a:lnTo>
                    <a:pt x="56912" y="84598"/>
                  </a:lnTo>
                  <a:lnTo>
                    <a:pt x="56912" y="96903"/>
                  </a:lnTo>
                  <a:lnTo>
                    <a:pt x="0" y="96903"/>
                  </a:lnTo>
                  <a:lnTo>
                    <a:pt x="0" y="0"/>
                  </a:lnTo>
                  <a:lnTo>
                    <a:pt x="56912" y="0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E7AB745D-ACF3-4B12-B02B-809211947E1C}"/>
                </a:ext>
              </a:extLst>
            </p:cNvPr>
            <p:cNvSpPr/>
            <p:nvPr/>
          </p:nvSpPr>
          <p:spPr>
            <a:xfrm>
              <a:off x="11151198" y="973069"/>
              <a:ext cx="58450" cy="96903"/>
            </a:xfrm>
            <a:custGeom>
              <a:avLst/>
              <a:gdLst>
                <a:gd name="connsiteX0" fmla="*/ 0 w 58450"/>
                <a:gd name="connsiteY0" fmla="*/ 0 h 96903"/>
                <a:gd name="connsiteX1" fmla="*/ 58450 w 58450"/>
                <a:gd name="connsiteY1" fmla="*/ 0 h 96903"/>
                <a:gd name="connsiteX2" fmla="*/ 58450 w 58450"/>
                <a:gd name="connsiteY2" fmla="*/ 12305 h 96903"/>
                <a:gd name="connsiteX3" fmla="*/ 12306 w 58450"/>
                <a:gd name="connsiteY3" fmla="*/ 12305 h 96903"/>
                <a:gd name="connsiteX4" fmla="*/ 12306 w 58450"/>
                <a:gd name="connsiteY4" fmla="*/ 96903 h 96903"/>
                <a:gd name="connsiteX5" fmla="*/ 0 w 58450"/>
                <a:gd name="connsiteY5" fmla="*/ 96903 h 96903"/>
                <a:gd name="connsiteX6" fmla="*/ 0 w 58450"/>
                <a:gd name="connsiteY6" fmla="*/ 0 h 96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450" h="96903">
                  <a:moveTo>
                    <a:pt x="0" y="0"/>
                  </a:moveTo>
                  <a:lnTo>
                    <a:pt x="58450" y="0"/>
                  </a:lnTo>
                  <a:lnTo>
                    <a:pt x="58450" y="12305"/>
                  </a:lnTo>
                  <a:lnTo>
                    <a:pt x="12306" y="12305"/>
                  </a:lnTo>
                  <a:lnTo>
                    <a:pt x="12306" y="96903"/>
                  </a:lnTo>
                  <a:lnTo>
                    <a:pt x="0" y="969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114637A0-8F8C-4BE6-91E0-D4E4A4BAE15E}"/>
                </a:ext>
              </a:extLst>
            </p:cNvPr>
            <p:cNvSpPr/>
            <p:nvPr/>
          </p:nvSpPr>
          <p:spPr>
            <a:xfrm>
              <a:off x="11214258" y="973069"/>
              <a:ext cx="98440" cy="98441"/>
            </a:xfrm>
            <a:custGeom>
              <a:avLst/>
              <a:gdLst>
                <a:gd name="connsiteX0" fmla="*/ 49220 w 98440"/>
                <a:gd name="connsiteY0" fmla="*/ 98441 h 98441"/>
                <a:gd name="connsiteX1" fmla="*/ 13845 w 98440"/>
                <a:gd name="connsiteY1" fmla="*/ 84598 h 98441"/>
                <a:gd name="connsiteX2" fmla="*/ 0 w 98440"/>
                <a:gd name="connsiteY2" fmla="*/ 49220 h 98441"/>
                <a:gd name="connsiteX3" fmla="*/ 13845 w 98440"/>
                <a:gd name="connsiteY3" fmla="*/ 13843 h 98441"/>
                <a:gd name="connsiteX4" fmla="*/ 49220 w 98440"/>
                <a:gd name="connsiteY4" fmla="*/ 0 h 98441"/>
                <a:gd name="connsiteX5" fmla="*/ 84596 w 98440"/>
                <a:gd name="connsiteY5" fmla="*/ 13843 h 98441"/>
                <a:gd name="connsiteX6" fmla="*/ 98441 w 98440"/>
                <a:gd name="connsiteY6" fmla="*/ 49220 h 98441"/>
                <a:gd name="connsiteX7" fmla="*/ 84596 w 98440"/>
                <a:gd name="connsiteY7" fmla="*/ 84598 h 98441"/>
                <a:gd name="connsiteX8" fmla="*/ 49220 w 98440"/>
                <a:gd name="connsiteY8" fmla="*/ 98441 h 98441"/>
                <a:gd name="connsiteX9" fmla="*/ 49220 w 98440"/>
                <a:gd name="connsiteY9" fmla="*/ 86136 h 98441"/>
                <a:gd name="connsiteX10" fmla="*/ 75367 w 98440"/>
                <a:gd name="connsiteY10" fmla="*/ 75369 h 98441"/>
                <a:gd name="connsiteX11" fmla="*/ 84596 w 98440"/>
                <a:gd name="connsiteY11" fmla="*/ 47683 h 98441"/>
                <a:gd name="connsiteX12" fmla="*/ 73828 w 98440"/>
                <a:gd name="connsiteY12" fmla="*/ 21534 h 98441"/>
                <a:gd name="connsiteX13" fmla="*/ 47682 w 98440"/>
                <a:gd name="connsiteY13" fmla="*/ 10767 h 98441"/>
                <a:gd name="connsiteX14" fmla="*/ 21531 w 98440"/>
                <a:gd name="connsiteY14" fmla="*/ 21534 h 98441"/>
                <a:gd name="connsiteX15" fmla="*/ 10768 w 98440"/>
                <a:gd name="connsiteY15" fmla="*/ 49220 h 98441"/>
                <a:gd name="connsiteX16" fmla="*/ 21531 w 98440"/>
                <a:gd name="connsiteY16" fmla="*/ 76907 h 98441"/>
                <a:gd name="connsiteX17" fmla="*/ 49220 w 98440"/>
                <a:gd name="connsiteY17" fmla="*/ 86136 h 9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440" h="98441">
                  <a:moveTo>
                    <a:pt x="49220" y="98441"/>
                  </a:moveTo>
                  <a:cubicBezTo>
                    <a:pt x="35376" y="98441"/>
                    <a:pt x="23070" y="93826"/>
                    <a:pt x="13845" y="84598"/>
                  </a:cubicBezTo>
                  <a:cubicBezTo>
                    <a:pt x="4615" y="75369"/>
                    <a:pt x="0" y="63064"/>
                    <a:pt x="0" y="49220"/>
                  </a:cubicBezTo>
                  <a:cubicBezTo>
                    <a:pt x="0" y="35377"/>
                    <a:pt x="4615" y="23072"/>
                    <a:pt x="13845" y="13843"/>
                  </a:cubicBezTo>
                  <a:cubicBezTo>
                    <a:pt x="23070" y="4614"/>
                    <a:pt x="35376" y="0"/>
                    <a:pt x="49220" y="0"/>
                  </a:cubicBezTo>
                  <a:cubicBezTo>
                    <a:pt x="63065" y="0"/>
                    <a:pt x="75367" y="4614"/>
                    <a:pt x="84596" y="13843"/>
                  </a:cubicBezTo>
                  <a:cubicBezTo>
                    <a:pt x="93826" y="23072"/>
                    <a:pt x="98441" y="35377"/>
                    <a:pt x="98441" y="49220"/>
                  </a:cubicBezTo>
                  <a:cubicBezTo>
                    <a:pt x="98441" y="63064"/>
                    <a:pt x="93826" y="75369"/>
                    <a:pt x="84596" y="84598"/>
                  </a:cubicBezTo>
                  <a:cubicBezTo>
                    <a:pt x="75367" y="93826"/>
                    <a:pt x="64603" y="98441"/>
                    <a:pt x="49220" y="98441"/>
                  </a:cubicBezTo>
                  <a:close/>
                  <a:moveTo>
                    <a:pt x="49220" y="86136"/>
                  </a:moveTo>
                  <a:cubicBezTo>
                    <a:pt x="59988" y="86136"/>
                    <a:pt x="69218" y="83060"/>
                    <a:pt x="75367" y="75369"/>
                  </a:cubicBezTo>
                  <a:cubicBezTo>
                    <a:pt x="81520" y="67678"/>
                    <a:pt x="84596" y="58449"/>
                    <a:pt x="84596" y="47683"/>
                  </a:cubicBezTo>
                  <a:cubicBezTo>
                    <a:pt x="84596" y="36916"/>
                    <a:pt x="81520" y="27687"/>
                    <a:pt x="73828" y="21534"/>
                  </a:cubicBezTo>
                  <a:cubicBezTo>
                    <a:pt x="67680" y="13843"/>
                    <a:pt x="58450" y="10767"/>
                    <a:pt x="47682" y="10767"/>
                  </a:cubicBezTo>
                  <a:cubicBezTo>
                    <a:pt x="36914" y="10767"/>
                    <a:pt x="27684" y="13843"/>
                    <a:pt x="21531" y="21534"/>
                  </a:cubicBezTo>
                  <a:cubicBezTo>
                    <a:pt x="15383" y="29225"/>
                    <a:pt x="10768" y="38453"/>
                    <a:pt x="10768" y="49220"/>
                  </a:cubicBezTo>
                  <a:cubicBezTo>
                    <a:pt x="10768" y="59988"/>
                    <a:pt x="13845" y="69216"/>
                    <a:pt x="21531" y="76907"/>
                  </a:cubicBezTo>
                  <a:cubicBezTo>
                    <a:pt x="30761" y="83060"/>
                    <a:pt x="39991" y="86136"/>
                    <a:pt x="49220" y="86136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38" name="Текст 37">
            <a:extLst>
              <a:ext uri="{FF2B5EF4-FFF2-40B4-BE49-F238E27FC236}">
                <a16:creationId xmlns:a16="http://schemas.microsoft.com/office/drawing/2014/main" id="{2CF1225A-656E-4D29-84BE-812E3C65286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33388" y="2809875"/>
            <a:ext cx="5057775" cy="161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lnSpc>
                <a:spcPts val="4100"/>
              </a:lnSpc>
              <a:buFont typeface="Arial" panose="020B0604020202020204" pitchFamily="34" charset="0"/>
              <a:buNone/>
              <a:defRPr lang="ru-RU" sz="4000" kern="0" spc="-150" smtClea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mtClean="0"/>
            </a:lvl4pPr>
            <a:lvl5pPr>
              <a:defRPr lang="ru-RU"/>
            </a:lvl5pPr>
          </a:lstStyle>
          <a:p>
            <a:pPr>
              <a:lnSpc>
                <a:spcPts val="4125"/>
              </a:lnSpc>
            </a:pPr>
            <a:r>
              <a:rPr lang="ru-RU" sz="4000" kern="0" spc="-150" dirty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Название нового раздела или главы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563913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tags" Target="../tags/tag7.xml"/><Relationship Id="rId18" Type="http://schemas.openxmlformats.org/officeDocument/2006/relationships/tags" Target="../tags/tag12.xml"/><Relationship Id="rId26" Type="http://schemas.openxmlformats.org/officeDocument/2006/relationships/tags" Target="../tags/tag20.xml"/><Relationship Id="rId39" Type="http://schemas.openxmlformats.org/officeDocument/2006/relationships/tags" Target="../tags/tag33.xml"/><Relationship Id="rId21" Type="http://schemas.openxmlformats.org/officeDocument/2006/relationships/tags" Target="../tags/tag15.xml"/><Relationship Id="rId34" Type="http://schemas.openxmlformats.org/officeDocument/2006/relationships/tags" Target="../tags/tag28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6" Type="http://schemas.openxmlformats.org/officeDocument/2006/relationships/tags" Target="../tags/tag10.xml"/><Relationship Id="rId20" Type="http://schemas.openxmlformats.org/officeDocument/2006/relationships/tags" Target="../tags/tag14.xml"/><Relationship Id="rId29" Type="http://schemas.openxmlformats.org/officeDocument/2006/relationships/tags" Target="../tags/tag23.xml"/><Relationship Id="rId41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ags" Target="../tags/tag5.xml"/><Relationship Id="rId24" Type="http://schemas.openxmlformats.org/officeDocument/2006/relationships/tags" Target="../tags/tag18.xml"/><Relationship Id="rId32" Type="http://schemas.openxmlformats.org/officeDocument/2006/relationships/tags" Target="../tags/tag26.xml"/><Relationship Id="rId37" Type="http://schemas.openxmlformats.org/officeDocument/2006/relationships/tags" Target="../tags/tag31.xml"/><Relationship Id="rId40" Type="http://schemas.openxmlformats.org/officeDocument/2006/relationships/oleObject" Target="../embeddings/oleObject2.bin"/><Relationship Id="rId5" Type="http://schemas.openxmlformats.org/officeDocument/2006/relationships/slideLayout" Target="../slideLayouts/slideLayout11.xml"/><Relationship Id="rId15" Type="http://schemas.openxmlformats.org/officeDocument/2006/relationships/tags" Target="../tags/tag9.xml"/><Relationship Id="rId23" Type="http://schemas.openxmlformats.org/officeDocument/2006/relationships/tags" Target="../tags/tag17.xml"/><Relationship Id="rId28" Type="http://schemas.openxmlformats.org/officeDocument/2006/relationships/tags" Target="../tags/tag22.xml"/><Relationship Id="rId36" Type="http://schemas.openxmlformats.org/officeDocument/2006/relationships/tags" Target="../tags/tag30.xml"/><Relationship Id="rId10" Type="http://schemas.openxmlformats.org/officeDocument/2006/relationships/tags" Target="../tags/tag4.xml"/><Relationship Id="rId19" Type="http://schemas.openxmlformats.org/officeDocument/2006/relationships/tags" Target="../tags/tag13.xml"/><Relationship Id="rId31" Type="http://schemas.openxmlformats.org/officeDocument/2006/relationships/tags" Target="../tags/tag25.xml"/><Relationship Id="rId4" Type="http://schemas.openxmlformats.org/officeDocument/2006/relationships/slideLayout" Target="../slideLayouts/slideLayout10.xml"/><Relationship Id="rId9" Type="http://schemas.openxmlformats.org/officeDocument/2006/relationships/tags" Target="../tags/tag3.xml"/><Relationship Id="rId14" Type="http://schemas.openxmlformats.org/officeDocument/2006/relationships/tags" Target="../tags/tag8.xml"/><Relationship Id="rId22" Type="http://schemas.openxmlformats.org/officeDocument/2006/relationships/tags" Target="../tags/tag16.xml"/><Relationship Id="rId27" Type="http://schemas.openxmlformats.org/officeDocument/2006/relationships/tags" Target="../tags/tag21.xml"/><Relationship Id="rId30" Type="http://schemas.openxmlformats.org/officeDocument/2006/relationships/tags" Target="../tags/tag24.xml"/><Relationship Id="rId35" Type="http://schemas.openxmlformats.org/officeDocument/2006/relationships/tags" Target="../tags/tag29.xml"/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12" Type="http://schemas.openxmlformats.org/officeDocument/2006/relationships/tags" Target="../tags/tag6.xml"/><Relationship Id="rId17" Type="http://schemas.openxmlformats.org/officeDocument/2006/relationships/tags" Target="../tags/tag11.xml"/><Relationship Id="rId25" Type="http://schemas.openxmlformats.org/officeDocument/2006/relationships/tags" Target="../tags/tag19.xml"/><Relationship Id="rId33" Type="http://schemas.openxmlformats.org/officeDocument/2006/relationships/tags" Target="../tags/tag27.xml"/><Relationship Id="rId38" Type="http://schemas.openxmlformats.org/officeDocument/2006/relationships/tags" Target="../tags/tag3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oleObject" Target="../embeddings/oleObject6.bin"/><Relationship Id="rId5" Type="http://schemas.openxmlformats.org/officeDocument/2006/relationships/tags" Target="../tags/tag44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F867F5-D56E-FA42-AF68-B79EFEE3A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16361"/>
            <a:ext cx="9094851" cy="425437"/>
          </a:xfrm>
          <a:prstGeom prst="rect">
            <a:avLst/>
          </a:prstGeom>
        </p:spPr>
        <p:txBody>
          <a:bodyPr vert="horz" wrap="square" lIns="0" tIns="45720" rIns="91440" bIns="45720" rtlCol="0" anchor="t">
            <a:spAutoFit/>
          </a:bodyPr>
          <a:lstStyle/>
          <a:p>
            <a:pPr marL="0"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4AA59-44DB-D746-A181-9EAC22A10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0205" y="6492875"/>
            <a:ext cx="43646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DC057-5502-074A-A021-09A39A76BE3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907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2400" b="1" kern="1200" spc="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438">
          <p15:clr>
            <a:srgbClr val="F26B43"/>
          </p15:clr>
        </p15:guide>
        <p15:guide id="3" pos="7242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0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270" imgH="270" progId="TCLayout.ActiveDocument.1">
                  <p:embed/>
                </p:oleObj>
              </mc:Choice>
              <mc:Fallback>
                <p:oleObj name="think-cell Slide" r:id="rId40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15979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10"/>
            </p:custDataLst>
          </p:nvPr>
        </p:nvSpPr>
        <p:spPr bwMode="auto">
          <a:xfrm>
            <a:off x="0" y="0"/>
            <a:ext cx="215979" cy="16197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ru-RU" sz="2176" b="0" i="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033" name="doc id" hidden="1"/>
          <p:cNvSpPr>
            <a:spLocks noChangeArrowheads="1"/>
          </p:cNvSpPr>
          <p:nvPr/>
        </p:nvSpPr>
        <p:spPr bwMode="gray">
          <a:xfrm flipH="1">
            <a:off x="10658002" y="51835"/>
            <a:ext cx="1231563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1218095"/>
            <a:endParaRPr lang="ru-RU" sz="612" baseline="0" noProof="0" dirty="0">
              <a:solidFill>
                <a:schemeClr val="accent6"/>
              </a:solidFill>
              <a:latin typeface="+mn-lt"/>
              <a:ea typeface="+mn-ea"/>
            </a:endParaRP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gray">
          <a:xfrm>
            <a:off x="269536" y="234865"/>
            <a:ext cx="11652929" cy="314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 latinLnBrk="0"/>
            <a:endParaRPr lang="ru-RU" noProof="0" dirty="0"/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gray">
          <a:xfrm>
            <a:off x="1455208" y="77303"/>
            <a:ext cx="502125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ru-RU" sz="816" cap="all" baseline="0" noProof="0" dirty="0">
                <a:solidFill>
                  <a:schemeClr val="accent6"/>
                </a:solidFill>
                <a:latin typeface="+mn-lt"/>
                <a:ea typeface="+mn-ea"/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gray">
          <a:xfrm>
            <a:off x="1455207" y="566136"/>
            <a:ext cx="10467257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32" baseline="0" noProof="0">
                <a:solidFill>
                  <a:schemeClr val="accent6"/>
                </a:solidFill>
                <a:latin typeface="+mn-lt"/>
                <a:ea typeface="+mn-ea"/>
              </a:rPr>
              <a:t>Subtitle</a:t>
            </a:r>
            <a:endParaRPr lang="ru-RU" sz="1632" baseline="0" noProof="0" dirty="0">
              <a:solidFill>
                <a:schemeClr val="accent6"/>
              </a:solidFill>
              <a:latin typeface="+mn-lt"/>
              <a:ea typeface="+mn-ea"/>
            </a:endParaRPr>
          </a:p>
        </p:txBody>
      </p:sp>
      <p:sp>
        <p:nvSpPr>
          <p:cNvPr id="13" name="4. Footnote" hidden="1"/>
          <p:cNvSpPr txBox="1">
            <a:spLocks noChangeArrowheads="1"/>
          </p:cNvSpPr>
          <p:nvPr/>
        </p:nvSpPr>
        <p:spPr bwMode="gray">
          <a:xfrm>
            <a:off x="269536" y="6434030"/>
            <a:ext cx="11652929" cy="126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noAutofit/>
          </a:bodyPr>
          <a:lstStyle>
            <a:lvl1pPr marL="104775" indent="-104775"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10318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217613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404938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87465" indent="-87465">
              <a:defRPr/>
            </a:pPr>
            <a:r>
              <a:rPr lang="ru-RU" sz="816" baseline="0" noProof="0" dirty="0">
                <a:solidFill>
                  <a:schemeClr val="accent6"/>
                </a:solidFill>
                <a:latin typeface="+mn-lt"/>
                <a:ea typeface="+mn-ea"/>
              </a:rPr>
              <a:t>1 Footnote</a:t>
            </a:r>
          </a:p>
        </p:txBody>
      </p:sp>
      <p:sp>
        <p:nvSpPr>
          <p:cNvPr id="14" name="5. Source" hidden="1"/>
          <p:cNvSpPr>
            <a:spLocks noChangeArrowheads="1"/>
          </p:cNvSpPr>
          <p:nvPr/>
        </p:nvSpPr>
        <p:spPr bwMode="gray">
          <a:xfrm>
            <a:off x="269536" y="6639739"/>
            <a:ext cx="11652929" cy="126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noAutofit/>
          </a:bodyPr>
          <a:lstStyle/>
          <a:p>
            <a:pPr marL="503735" indent="-503735" defTabSz="1218095">
              <a:tabLst/>
            </a:pPr>
            <a:r>
              <a:rPr lang="ru-RU" sz="816" baseline="0" noProof="0" dirty="0">
                <a:solidFill>
                  <a:schemeClr val="accent6"/>
                </a:solidFill>
                <a:latin typeface="+mn-lt"/>
                <a:ea typeface="+mn-ea"/>
              </a:rPr>
              <a:t>ИСТОЧНИК: источник</a:t>
            </a:r>
          </a:p>
        </p:txBody>
      </p:sp>
      <p:grpSp>
        <p:nvGrpSpPr>
          <p:cNvPr id="15" name="ACET" hidden="1"/>
          <p:cNvGrpSpPr>
            <a:grpSpLocks/>
          </p:cNvGrpSpPr>
          <p:nvPr/>
        </p:nvGrpSpPr>
        <p:grpSpPr bwMode="gray">
          <a:xfrm>
            <a:off x="1455208" y="1270343"/>
            <a:ext cx="5801188" cy="531276"/>
            <a:chOff x="915" y="702"/>
            <a:chExt cx="2686" cy="328"/>
          </a:xfrm>
        </p:grpSpPr>
        <p:cxnSp>
          <p:nvCxnSpPr>
            <p:cNvPr id="16" name="AutoShape 249"/>
            <p:cNvCxnSpPr>
              <a:cxnSpLocks noChangeShapeType="1"/>
              <a:stCxn id="18" idx="4"/>
              <a:endCxn id="18" idx="6"/>
            </p:cNvCxnSpPr>
            <p:nvPr/>
          </p:nvCxnSpPr>
          <p:spPr bwMode="gray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gradFill>
                <a:gsLst>
                  <a:gs pos="0">
                    <a:schemeClr val="accent4"/>
                  </a:gs>
                  <a:gs pos="100000">
                    <a:schemeClr val="accent3"/>
                  </a:gs>
                </a:gsLst>
                <a:lin ang="0" scaled="0"/>
              </a:gradFill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" name="AutoShape 250"/>
            <p:cNvSpPr>
              <a:spLocks noChangeArrowheads="1"/>
            </p:cNvSpPr>
            <p:nvPr/>
          </p:nvSpPr>
          <p:spPr bwMode="gray">
            <a:xfrm>
              <a:off x="915" y="702"/>
              <a:ext cx="2686" cy="32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ru-RU" sz="1632" b="1" baseline="0" noProof="0" dirty="0">
                  <a:solidFill>
                    <a:schemeClr val="tx2"/>
                  </a:solidFill>
                  <a:latin typeface="+mn-lt"/>
                  <a:ea typeface="+mn-ea"/>
                </a:rPr>
                <a:t>Название документа</a:t>
              </a:r>
            </a:p>
            <a:p>
              <a:r>
                <a:rPr lang="ru-RU" sz="1632" baseline="0" noProof="0" dirty="0">
                  <a:solidFill>
                    <a:schemeClr val="accent6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  <p:grpSp>
        <p:nvGrpSpPr>
          <p:cNvPr id="17" name="Sticker" hidden="1"/>
          <p:cNvGrpSpPr/>
          <p:nvPr/>
        </p:nvGrpSpPr>
        <p:grpSpPr bwMode="gray">
          <a:xfrm>
            <a:off x="11421523" y="314942"/>
            <a:ext cx="500948" cy="156360"/>
            <a:chOff x="8372565" y="285750"/>
            <a:chExt cx="368210" cy="153247"/>
          </a:xfrm>
        </p:grpSpPr>
        <p:sp>
          <p:nvSpPr>
            <p:cNvPr id="20" name="StickerRectangle"/>
            <p:cNvSpPr>
              <a:spLocks noChangeArrowheads="1"/>
            </p:cNvSpPr>
            <p:nvPr/>
          </p:nvSpPr>
          <p:spPr bwMode="gray">
            <a:xfrm>
              <a:off x="8372565" y="285750"/>
              <a:ext cx="368210" cy="15324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1218095">
                <a:buClr>
                  <a:schemeClr val="tx2"/>
                </a:buClr>
              </a:pPr>
              <a:r>
                <a:rPr lang="ru-RU" sz="816" baseline="0" dirty="0">
                  <a:solidFill>
                    <a:schemeClr val="accent6"/>
                  </a:solidFill>
                  <a:latin typeface="+mn-lt"/>
                  <a:ea typeface="+mn-ea"/>
                </a:rPr>
                <a:t>STICKER</a:t>
              </a:r>
            </a:p>
          </p:txBody>
        </p:sp>
        <p:cxnSp>
          <p:nvCxnSpPr>
            <p:cNvPr id="21" name="AutoShape 31"/>
            <p:cNvCxnSpPr>
              <a:cxnSpLocks noChangeShapeType="1"/>
              <a:stCxn id="20" idx="2"/>
              <a:endCxn id="20" idx="4"/>
            </p:cNvCxnSpPr>
            <p:nvPr/>
          </p:nvCxnSpPr>
          <p:spPr bwMode="gray">
            <a:xfrm>
              <a:off x="8385789" y="285750"/>
              <a:ext cx="0" cy="150811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32"/>
            <p:cNvCxnSpPr>
              <a:cxnSpLocks noChangeShapeType="1"/>
              <a:stCxn id="20" idx="4"/>
              <a:endCxn id="20" idx="6"/>
            </p:cNvCxnSpPr>
            <p:nvPr/>
          </p:nvCxnSpPr>
          <p:spPr bwMode="gray">
            <a:xfrm>
              <a:off x="8385789" y="436561"/>
              <a:ext cx="354986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3" name="LegendBoxes" hidden="1"/>
          <p:cNvGrpSpPr/>
          <p:nvPr/>
        </p:nvGrpSpPr>
        <p:grpSpPr bwMode="gray">
          <a:xfrm>
            <a:off x="11108191" y="285075"/>
            <a:ext cx="839797" cy="1021522"/>
            <a:chOff x="7835905" y="279400"/>
            <a:chExt cx="823067" cy="1001186"/>
          </a:xfrm>
        </p:grpSpPr>
        <p:sp>
          <p:nvSpPr>
            <p:cNvPr id="24" name="RectangleLegend1"/>
            <p:cNvSpPr>
              <a:spLocks noChangeArrowheads="1"/>
            </p:cNvSpPr>
            <p:nvPr/>
          </p:nvSpPr>
          <p:spPr bwMode="gray">
            <a:xfrm>
              <a:off x="7835905" y="290513"/>
              <a:ext cx="165100" cy="1603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 sz="1837" baseline="0" dirty="0">
                <a:latin typeface="+mn-lt"/>
                <a:ea typeface="+mn-ea"/>
              </a:endParaRPr>
            </a:p>
          </p:txBody>
        </p:sp>
        <p:sp>
          <p:nvSpPr>
            <p:cNvPr id="25" name="RectangleLegend2"/>
            <p:cNvSpPr>
              <a:spLocks noChangeArrowheads="1"/>
            </p:cNvSpPr>
            <p:nvPr/>
          </p:nvSpPr>
          <p:spPr bwMode="gray">
            <a:xfrm>
              <a:off x="7835905" y="560388"/>
              <a:ext cx="165100" cy="16033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 sz="1837" baseline="0" dirty="0">
                <a:latin typeface="+mn-lt"/>
                <a:ea typeface="+mn-ea"/>
              </a:endParaRPr>
            </a:p>
          </p:txBody>
        </p:sp>
        <p:sp>
          <p:nvSpPr>
            <p:cNvPr id="26" name="RectangleLegend3"/>
            <p:cNvSpPr>
              <a:spLocks noChangeArrowheads="1"/>
            </p:cNvSpPr>
            <p:nvPr/>
          </p:nvSpPr>
          <p:spPr bwMode="gray">
            <a:xfrm>
              <a:off x="7835905" y="831851"/>
              <a:ext cx="165100" cy="160338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 sz="1837" baseline="0" dirty="0">
                <a:latin typeface="+mn-lt"/>
                <a:ea typeface="+mn-ea"/>
              </a:endParaRPr>
            </a:p>
          </p:txBody>
        </p:sp>
        <p:sp>
          <p:nvSpPr>
            <p:cNvPr id="27" name="RectangleLegend4"/>
            <p:cNvSpPr>
              <a:spLocks noChangeArrowheads="1"/>
            </p:cNvSpPr>
            <p:nvPr/>
          </p:nvSpPr>
          <p:spPr bwMode="gray">
            <a:xfrm>
              <a:off x="7835905" y="1103313"/>
              <a:ext cx="165100" cy="160338"/>
            </a:xfrm>
            <a:prstGeom prst="rect">
              <a:avLst/>
            </a:prstGeom>
            <a:solidFill>
              <a:schemeClr val="accent4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 sz="1837" baseline="0" dirty="0">
                <a:latin typeface="+mn-lt"/>
                <a:ea typeface="+mn-ea"/>
              </a:endParaRPr>
            </a:p>
          </p:txBody>
        </p:sp>
        <p:sp>
          <p:nvSpPr>
            <p:cNvPr id="28" name="Legend1"/>
            <p:cNvSpPr>
              <a:spLocks noChangeArrowheads="1"/>
            </p:cNvSpPr>
            <p:nvPr/>
          </p:nvSpPr>
          <p:spPr bwMode="gray">
            <a:xfrm>
              <a:off x="8089905" y="279400"/>
              <a:ext cx="569067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ru-RU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29" name="Legend2"/>
            <p:cNvSpPr>
              <a:spLocks noChangeArrowheads="1"/>
            </p:cNvSpPr>
            <p:nvPr/>
          </p:nvSpPr>
          <p:spPr bwMode="gray">
            <a:xfrm>
              <a:off x="8089905" y="549275"/>
              <a:ext cx="569067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ru-RU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0" name="Legend3"/>
            <p:cNvSpPr>
              <a:spLocks noChangeArrowheads="1"/>
            </p:cNvSpPr>
            <p:nvPr/>
          </p:nvSpPr>
          <p:spPr bwMode="gray">
            <a:xfrm>
              <a:off x="8089905" y="820738"/>
              <a:ext cx="569067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ru-RU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1" name="Legend4"/>
            <p:cNvSpPr>
              <a:spLocks noChangeArrowheads="1"/>
            </p:cNvSpPr>
            <p:nvPr/>
          </p:nvSpPr>
          <p:spPr bwMode="gray">
            <a:xfrm>
              <a:off x="8089905" y="1092201"/>
              <a:ext cx="569067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ru-RU" sz="1224" baseline="0" dirty="0">
                  <a:latin typeface="+mn-lt"/>
                  <a:ea typeface="+mn-ea"/>
                </a:rPr>
                <a:t>Legend</a:t>
              </a:r>
            </a:p>
          </p:txBody>
        </p:sp>
      </p:grpSp>
      <p:grpSp>
        <p:nvGrpSpPr>
          <p:cNvPr id="32" name="LegendLines" hidden="1"/>
          <p:cNvGrpSpPr/>
          <p:nvPr/>
        </p:nvGrpSpPr>
        <p:grpSpPr bwMode="gray">
          <a:xfrm>
            <a:off x="10794126" y="285075"/>
            <a:ext cx="1154032" cy="749405"/>
            <a:chOff x="7540629" y="279400"/>
            <a:chExt cx="1131042" cy="734486"/>
          </a:xfrm>
        </p:grpSpPr>
        <p:sp>
          <p:nvSpPr>
            <p:cNvPr id="33" name="LineLegend1"/>
            <p:cNvSpPr>
              <a:spLocks noChangeShapeType="1"/>
            </p:cNvSpPr>
            <p:nvPr/>
          </p:nvSpPr>
          <p:spPr bwMode="gray">
            <a:xfrm>
              <a:off x="7540629" y="369888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 sz="1837" baseline="0" dirty="0">
                <a:latin typeface="+mn-lt"/>
                <a:ea typeface="+mn-ea"/>
              </a:endParaRPr>
            </a:p>
          </p:txBody>
        </p:sp>
        <p:sp>
          <p:nvSpPr>
            <p:cNvPr id="34" name="LineLegend2"/>
            <p:cNvSpPr>
              <a:spLocks noChangeShapeType="1"/>
            </p:cNvSpPr>
            <p:nvPr/>
          </p:nvSpPr>
          <p:spPr bwMode="gray">
            <a:xfrm>
              <a:off x="7540629" y="638175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 sz="1837" baseline="0" dirty="0">
                <a:latin typeface="+mn-lt"/>
                <a:ea typeface="+mn-ea"/>
              </a:endParaRPr>
            </a:p>
          </p:txBody>
        </p:sp>
        <p:sp>
          <p:nvSpPr>
            <p:cNvPr id="35" name="LineLegend3"/>
            <p:cNvSpPr>
              <a:spLocks noChangeShapeType="1"/>
            </p:cNvSpPr>
            <p:nvPr/>
          </p:nvSpPr>
          <p:spPr bwMode="gray">
            <a:xfrm>
              <a:off x="7540629" y="915988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 sz="1837" baseline="0" dirty="0">
                <a:latin typeface="+mn-lt"/>
                <a:ea typeface="+mn-ea"/>
              </a:endParaRPr>
            </a:p>
          </p:txBody>
        </p:sp>
        <p:sp>
          <p:nvSpPr>
            <p:cNvPr id="36" name="Legend1"/>
            <p:cNvSpPr>
              <a:spLocks noChangeArrowheads="1"/>
            </p:cNvSpPr>
            <p:nvPr/>
          </p:nvSpPr>
          <p:spPr bwMode="gray">
            <a:xfrm>
              <a:off x="8102604" y="279400"/>
              <a:ext cx="569067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ru-RU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7" name="Legend2"/>
            <p:cNvSpPr>
              <a:spLocks noChangeArrowheads="1"/>
            </p:cNvSpPr>
            <p:nvPr/>
          </p:nvSpPr>
          <p:spPr bwMode="gray">
            <a:xfrm>
              <a:off x="8102604" y="546100"/>
              <a:ext cx="569067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ru-RU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8" name="Legend3"/>
            <p:cNvSpPr>
              <a:spLocks noChangeArrowheads="1"/>
            </p:cNvSpPr>
            <p:nvPr/>
          </p:nvSpPr>
          <p:spPr bwMode="gray">
            <a:xfrm>
              <a:off x="8102604" y="825501"/>
              <a:ext cx="569067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ru-RU" sz="1224" baseline="0" dirty="0">
                  <a:latin typeface="+mn-lt"/>
                  <a:ea typeface="+mn-ea"/>
                </a:rPr>
                <a:t>Legend</a:t>
              </a:r>
            </a:p>
          </p:txBody>
        </p:sp>
      </p:grpSp>
      <p:grpSp>
        <p:nvGrpSpPr>
          <p:cNvPr id="39" name="LegendMoons" hidden="1"/>
          <p:cNvGrpSpPr/>
          <p:nvPr/>
        </p:nvGrpSpPr>
        <p:grpSpPr bwMode="gray">
          <a:xfrm>
            <a:off x="11040160" y="255920"/>
            <a:ext cx="907828" cy="1333054"/>
            <a:chOff x="7769225" y="250825"/>
            <a:chExt cx="889742" cy="1306516"/>
          </a:xfrm>
        </p:grpSpPr>
        <p:grpSp>
          <p:nvGrpSpPr>
            <p:cNvPr id="40" name="MoonLegend1"/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 bwMode="gray">
            <a:xfrm>
              <a:off x="7769225" y="250825"/>
              <a:ext cx="209550" cy="209551"/>
              <a:chOff x="4533" y="183"/>
              <a:chExt cx="144" cy="144"/>
            </a:xfrm>
          </p:grpSpPr>
          <p:sp>
            <p:nvSpPr>
              <p:cNvPr id="58" name="Oval 38"/>
              <p:cNvSpPr>
                <a:spLocks noChangeAspect="1" noChangeArrowheads="1"/>
              </p:cNvSpPr>
              <p:nvPr>
                <p:custDataLst>
                  <p:tags r:id="rId38"/>
                </p:custDataLst>
              </p:nvPr>
            </p:nvSpPr>
            <p:spPr bwMode="gray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 sz="1837" baseline="0" dirty="0">
                  <a:latin typeface="+mn-lt"/>
                  <a:ea typeface="+mn-ea"/>
                </a:endParaRPr>
              </a:p>
            </p:txBody>
          </p:sp>
          <p:sp>
            <p:nvSpPr>
              <p:cNvPr id="59" name="Arc 39"/>
              <p:cNvSpPr>
                <a:spLocks noChangeAspect="1"/>
              </p:cNvSpPr>
              <p:nvPr>
                <p:custDataLst>
                  <p:tags r:id="rId39"/>
                </p:custDataLst>
              </p:nvPr>
            </p:nvSpPr>
            <p:spPr bwMode="gray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 sz="1837" baseline="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41" name="MoonLegend2"/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 bwMode="gray">
            <a:xfrm>
              <a:off x="7769225" y="525066"/>
              <a:ext cx="209550" cy="209551"/>
              <a:chOff x="1694" y="2044"/>
              <a:chExt cx="160" cy="160"/>
            </a:xfrm>
          </p:grpSpPr>
          <p:sp>
            <p:nvSpPr>
              <p:cNvPr id="56" name="Oval 41"/>
              <p:cNvSpPr>
                <a:spLocks noChangeAspect="1" noChangeArrowheads="1"/>
              </p:cNvSpPr>
              <p:nvPr>
                <p:custDataLst>
                  <p:tags r:id="rId36"/>
                </p:custDataLst>
              </p:nvPr>
            </p:nvSpPr>
            <p:spPr bwMode="gray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 sz="1837" baseline="0" dirty="0">
                  <a:latin typeface="+mn-lt"/>
                  <a:ea typeface="+mn-ea"/>
                </a:endParaRPr>
              </a:p>
            </p:txBody>
          </p:sp>
          <p:sp>
            <p:nvSpPr>
              <p:cNvPr id="57" name="Arc 42"/>
              <p:cNvSpPr>
                <a:spLocks noChangeAspect="1"/>
              </p:cNvSpPr>
              <p:nvPr>
                <p:custDataLst>
                  <p:tags r:id="rId37"/>
                </p:custDataLst>
              </p:nvPr>
            </p:nvSpPr>
            <p:spPr bwMode="gray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 sz="1837" baseline="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42" name="MoonLegend4"/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 bwMode="gray">
            <a:xfrm>
              <a:off x="7769225" y="1073548"/>
              <a:ext cx="209550" cy="209551"/>
              <a:chOff x="4495" y="1198"/>
              <a:chExt cx="160" cy="160"/>
            </a:xfrm>
          </p:grpSpPr>
          <p:sp>
            <p:nvSpPr>
              <p:cNvPr id="54" name="Oval 47"/>
              <p:cNvSpPr>
                <a:spLocks noChangeAspect="1" noChangeArrowheads="1"/>
              </p:cNvSpPr>
              <p:nvPr>
                <p:custDataLst>
                  <p:tags r:id="rId34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 sz="1837" baseline="0" dirty="0">
                  <a:latin typeface="+mn-lt"/>
                  <a:ea typeface="+mn-ea"/>
                </a:endParaRPr>
              </a:p>
            </p:txBody>
          </p:sp>
          <p:sp>
            <p:nvSpPr>
              <p:cNvPr id="55" name="Arc 48"/>
              <p:cNvSpPr>
                <a:spLocks noChangeAspect="1"/>
              </p:cNvSpPr>
              <p:nvPr>
                <p:custDataLst>
                  <p:tags r:id="rId35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 sz="1837" baseline="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43" name="MoonLegend5"/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 bwMode="gray">
            <a:xfrm>
              <a:off x="7769225" y="1347790"/>
              <a:ext cx="209550" cy="209551"/>
              <a:chOff x="4495" y="1440"/>
              <a:chExt cx="160" cy="160"/>
            </a:xfrm>
          </p:grpSpPr>
          <p:sp>
            <p:nvSpPr>
              <p:cNvPr id="52" name="Oval 50"/>
              <p:cNvSpPr>
                <a:spLocks noChangeAspect="1" noChangeArrowheads="1"/>
              </p:cNvSpPr>
              <p:nvPr>
                <p:custDataLst>
                  <p:tags r:id="rId32"/>
                </p:custDataLst>
              </p:nvPr>
            </p:nvSpPr>
            <p:spPr bwMode="gray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 sz="1837" baseline="0" dirty="0">
                  <a:latin typeface="+mn-lt"/>
                  <a:ea typeface="+mn-ea"/>
                </a:endParaRPr>
              </a:p>
            </p:txBody>
          </p:sp>
          <p:sp>
            <p:nvSpPr>
              <p:cNvPr id="53" name="Oval 51"/>
              <p:cNvSpPr>
                <a:spLocks noChangeAspect="1" noChangeArrowheads="1"/>
              </p:cNvSpPr>
              <p:nvPr>
                <p:custDataLst>
                  <p:tags r:id="rId33"/>
                </p:custDataLst>
              </p:nvPr>
            </p:nvSpPr>
            <p:spPr bwMode="gray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 sz="1837" baseline="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44" name="MoonLegend3"/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 bwMode="gray">
            <a:xfrm>
              <a:off x="7769225" y="799307"/>
              <a:ext cx="209550" cy="209551"/>
              <a:chOff x="4495" y="1198"/>
              <a:chExt cx="160" cy="160"/>
            </a:xfrm>
          </p:grpSpPr>
          <p:sp>
            <p:nvSpPr>
              <p:cNvPr id="50" name="Oval 47"/>
              <p:cNvSpPr>
                <a:spLocks noChangeAspect="1" noChangeArrowheads="1"/>
              </p:cNvSpPr>
              <p:nvPr>
                <p:custDataLst>
                  <p:tags r:id="rId30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 sz="1837" baseline="0" dirty="0">
                  <a:latin typeface="+mn-lt"/>
                  <a:ea typeface="+mn-ea"/>
                </a:endParaRPr>
              </a:p>
            </p:txBody>
          </p:sp>
          <p:sp>
            <p:nvSpPr>
              <p:cNvPr id="51" name="Arc 48"/>
              <p:cNvSpPr>
                <a:spLocks noChangeAspect="1"/>
              </p:cNvSpPr>
              <p:nvPr>
                <p:custDataLst>
                  <p:tags r:id="rId31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 sz="1837" baseline="0" dirty="0">
                  <a:latin typeface="+mn-lt"/>
                  <a:ea typeface="+mn-ea"/>
                </a:endParaRPr>
              </a:p>
            </p:txBody>
          </p:sp>
        </p:grpSp>
        <p:sp>
          <p:nvSpPr>
            <p:cNvPr id="45" name="Legend1"/>
            <p:cNvSpPr>
              <a:spLocks noChangeArrowheads="1"/>
            </p:cNvSpPr>
            <p:nvPr/>
          </p:nvSpPr>
          <p:spPr bwMode="gray">
            <a:xfrm>
              <a:off x="8089900" y="263525"/>
              <a:ext cx="569067" cy="188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ru-RU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46" name="Legend2"/>
            <p:cNvSpPr>
              <a:spLocks noChangeArrowheads="1"/>
            </p:cNvSpPr>
            <p:nvPr/>
          </p:nvSpPr>
          <p:spPr bwMode="gray">
            <a:xfrm>
              <a:off x="8089900" y="538163"/>
              <a:ext cx="569067" cy="188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ru-RU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47" name="Legend3"/>
            <p:cNvSpPr>
              <a:spLocks noChangeArrowheads="1"/>
            </p:cNvSpPr>
            <p:nvPr/>
          </p:nvSpPr>
          <p:spPr bwMode="gray">
            <a:xfrm>
              <a:off x="8089900" y="812802"/>
              <a:ext cx="569067" cy="188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ru-RU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48" name="Legend4"/>
            <p:cNvSpPr>
              <a:spLocks noChangeArrowheads="1"/>
            </p:cNvSpPr>
            <p:nvPr/>
          </p:nvSpPr>
          <p:spPr bwMode="gray">
            <a:xfrm>
              <a:off x="8089900" y="1084265"/>
              <a:ext cx="569067" cy="188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ru-RU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49" name="Legend5"/>
            <p:cNvSpPr>
              <a:spLocks noChangeArrowheads="1"/>
            </p:cNvSpPr>
            <p:nvPr/>
          </p:nvSpPr>
          <p:spPr bwMode="gray">
            <a:xfrm>
              <a:off x="8089900" y="1360490"/>
              <a:ext cx="569067" cy="188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ru-RU" sz="1224" baseline="0" dirty="0">
                  <a:latin typeface="+mn-lt"/>
                  <a:ea typeface="+mn-ea"/>
                </a:rPr>
                <a:t>Legend</a:t>
              </a:r>
            </a:p>
          </p:txBody>
        </p:sp>
      </p:grpSp>
      <p:sp>
        <p:nvSpPr>
          <p:cNvPr id="61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269536" y="1991016"/>
            <a:ext cx="11652929" cy="13461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latinLnBrk="0"/>
            <a:r>
              <a:rPr lang="en-US" dirty="0"/>
              <a:t>Edit Master text styles</a:t>
            </a:r>
          </a:p>
          <a:p>
            <a:pPr lvl="1" latinLnBrk="0"/>
            <a:r>
              <a:rPr lang="en-US" dirty="0"/>
              <a:t>Second level</a:t>
            </a:r>
          </a:p>
          <a:p>
            <a:pPr lvl="2" latinLnBrk="0"/>
            <a:r>
              <a:rPr lang="en-US" dirty="0"/>
              <a:t>Third level</a:t>
            </a:r>
          </a:p>
          <a:p>
            <a:pPr lvl="3" latinLnBrk="0"/>
            <a:r>
              <a:rPr lang="en-US" dirty="0"/>
              <a:t>Fourth level</a:t>
            </a:r>
          </a:p>
          <a:p>
            <a:pPr lvl="4" latinLnBrk="0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62" name="Oval" hidden="1">
            <a:extLst>
              <a:ext uri="{FF2B5EF4-FFF2-40B4-BE49-F238E27FC236}">
                <a16:creationId xmlns:a16="http://schemas.microsoft.com/office/drawing/2014/main" id="{A8C780F3-7737-4276-9676-A46CCAE600C7}"/>
              </a:ext>
            </a:extLst>
          </p:cNvPr>
          <p:cNvSpPr txBox="1">
            <a:spLocks/>
          </p:cNvSpPr>
          <p:nvPr/>
        </p:nvSpPr>
        <p:spPr bwMode="gray">
          <a:xfrm>
            <a:off x="3447377" y="1731377"/>
            <a:ext cx="1556598" cy="1554955"/>
          </a:xfrm>
          <a:prstGeom prst="ellipse">
            <a:avLst/>
          </a:prstGeom>
          <a:solidFill>
            <a:schemeClr val="accent1"/>
          </a:solidFill>
        </p:spPr>
        <p:txBody>
          <a:bodyPr vert="horz" lIns="36731" tIns="36731" rIns="36731" bIns="36731" rtlCol="0" anchor="ctr">
            <a:noAutofit/>
          </a:bodyPr>
          <a:lstStyle>
            <a:lvl1pPr marL="0" lvl="0" indent="0" defTabSz="895350" eaLnBrk="1" latinLnBrk="0" hangingPunct="1">
              <a:buClr>
                <a:schemeClr val="tx2"/>
              </a:buClr>
              <a:buSzPct val="100000"/>
              <a:defRPr lang="ru-RU" baseline="0" dirty="0">
                <a:latin typeface="+mn-lt"/>
              </a:defRPr>
            </a:lvl1pPr>
            <a:lvl2pPr marL="194400" lvl="1" indent="-190800" defTabSz="895350" eaLnBrk="1" latinLnBrk="0" hangingPunct="1">
              <a:buClr>
                <a:schemeClr val="accent3"/>
              </a:buClr>
              <a:buSzPct val="125000"/>
              <a:buFont typeface="Arial" panose="020B0604020202020204" pitchFamily="34" charset="0"/>
              <a:buChar char="•"/>
              <a:defRPr lang="ru-RU" baseline="0" dirty="0">
                <a:latin typeface="+mn-lt"/>
              </a:defRPr>
            </a:lvl2pPr>
            <a:lvl3pPr marL="446400" lvl="2" indent="-248400" defTabSz="895350" eaLnBrk="1" latinLnBrk="0" hangingPunct="1">
              <a:buClr>
                <a:schemeClr val="accent3"/>
              </a:buClr>
              <a:buSzPct val="120000"/>
              <a:buFont typeface="Arial" charset="0"/>
              <a:buChar char="–"/>
              <a:defRPr lang="ru-RU" baseline="0" dirty="0">
                <a:latin typeface="+mn-lt"/>
              </a:defRPr>
            </a:lvl3pPr>
            <a:lvl4pPr marL="615600" lvl="3" indent="-154800" defTabSz="895350" eaLnBrk="1" latinLnBrk="0" hangingPunct="1">
              <a:buClr>
                <a:schemeClr val="accent3"/>
              </a:buClr>
              <a:buSzPct val="120000"/>
              <a:buFont typeface="Arial" panose="020B0604020202020204" pitchFamily="34" charset="0"/>
              <a:buChar char="◦"/>
              <a:defRPr lang="ru-RU" baseline="0" dirty="0">
                <a:latin typeface="+mn-lt"/>
              </a:defRPr>
            </a:lvl4pPr>
            <a:lvl5pPr marL="748800" lvl="4" indent="-129600" defTabSz="895350" eaLnBrk="1" latinLnBrk="0" hangingPunct="1">
              <a:buClr>
                <a:schemeClr val="accent3"/>
              </a:buClr>
              <a:buSzPct val="89000"/>
              <a:buFont typeface="Arial" charset="0"/>
              <a:buChar char="-"/>
              <a:defRPr lang="ru-RU" baseline="0" dirty="0">
                <a:latin typeface="+mn-lt"/>
              </a:defRPr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9pPr>
          </a:lstStyle>
          <a:p>
            <a:pPr lvl="0" algn="ctr"/>
            <a:r>
              <a:rPr lang="en-US" sz="1837" dirty="0"/>
              <a:t>Text</a:t>
            </a:r>
          </a:p>
        </p:txBody>
      </p:sp>
      <p:sp>
        <p:nvSpPr>
          <p:cNvPr id="63" name="Rectangle" hidden="1">
            <a:extLst>
              <a:ext uri="{FF2B5EF4-FFF2-40B4-BE49-F238E27FC236}">
                <a16:creationId xmlns:a16="http://schemas.microsoft.com/office/drawing/2014/main" id="{D5EA55B0-C4CF-434B-A5D2-5FD07D36C5DD}"/>
              </a:ext>
            </a:extLst>
          </p:cNvPr>
          <p:cNvSpPr txBox="1">
            <a:spLocks/>
          </p:cNvSpPr>
          <p:nvPr/>
        </p:nvSpPr>
        <p:spPr bwMode="gray">
          <a:xfrm>
            <a:off x="5126366" y="1731376"/>
            <a:ext cx="1556598" cy="1554955"/>
          </a:xfrm>
          <a:prstGeom prst="rect">
            <a:avLst/>
          </a:prstGeom>
          <a:solidFill>
            <a:schemeClr val="accent1"/>
          </a:solidFill>
        </p:spPr>
        <p:txBody>
          <a:bodyPr vert="horz" lIns="73462" tIns="73462" rIns="73462" bIns="73462" rtlCol="0">
            <a:noAutofit/>
          </a:bodyPr>
          <a:lstStyle>
            <a:lvl1pPr marL="0" lvl="0" indent="0" defTabSz="895350" eaLnBrk="1" latinLnBrk="0" hangingPunct="1">
              <a:buClr>
                <a:schemeClr val="tx2"/>
              </a:buClr>
              <a:buSzPct val="100000"/>
              <a:defRPr lang="ru-RU" baseline="0" dirty="0">
                <a:latin typeface="+mn-lt"/>
              </a:defRPr>
            </a:lvl1pPr>
            <a:lvl2pPr marL="194400" lvl="1" indent="-190800" defTabSz="895350" eaLnBrk="1" latinLnBrk="0" hangingPunct="1">
              <a:buClr>
                <a:schemeClr val="accent3"/>
              </a:buClr>
              <a:buSzPct val="125000"/>
              <a:buFont typeface="Arial" panose="020B0604020202020204" pitchFamily="34" charset="0"/>
              <a:buChar char="•"/>
              <a:defRPr lang="ru-RU" baseline="0" dirty="0">
                <a:latin typeface="+mn-lt"/>
              </a:defRPr>
            </a:lvl2pPr>
            <a:lvl3pPr marL="446400" lvl="2" indent="-248400" defTabSz="895350" eaLnBrk="1" latinLnBrk="0" hangingPunct="1">
              <a:buClr>
                <a:schemeClr val="accent3"/>
              </a:buClr>
              <a:buSzPct val="120000"/>
              <a:buFont typeface="Arial" charset="0"/>
              <a:buChar char="–"/>
              <a:defRPr lang="ru-RU" baseline="0" dirty="0">
                <a:latin typeface="+mn-lt"/>
              </a:defRPr>
            </a:lvl3pPr>
            <a:lvl4pPr marL="615600" lvl="3" indent="-154800" defTabSz="895350" eaLnBrk="1" latinLnBrk="0" hangingPunct="1">
              <a:buClr>
                <a:schemeClr val="accent3"/>
              </a:buClr>
              <a:buSzPct val="120000"/>
              <a:buFont typeface="Arial" panose="020B0604020202020204" pitchFamily="34" charset="0"/>
              <a:buChar char="◦"/>
              <a:defRPr lang="ru-RU" baseline="0" dirty="0">
                <a:latin typeface="+mn-lt"/>
              </a:defRPr>
            </a:lvl4pPr>
            <a:lvl5pPr marL="748800" lvl="4" indent="-129600" defTabSz="895350" eaLnBrk="1" latinLnBrk="0" hangingPunct="1">
              <a:buClr>
                <a:schemeClr val="accent3"/>
              </a:buClr>
              <a:buSzPct val="89000"/>
              <a:buFont typeface="Arial" charset="0"/>
              <a:buChar char="-"/>
              <a:defRPr lang="ru-RU" baseline="0" dirty="0">
                <a:latin typeface="+mn-lt"/>
              </a:defRPr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9pPr>
          </a:lstStyle>
          <a:p>
            <a:pPr lvl="0"/>
            <a:r>
              <a:rPr lang="en-US" sz="1837" dirty="0"/>
              <a:t>Text</a:t>
            </a:r>
          </a:p>
        </p:txBody>
      </p:sp>
      <p:sp>
        <p:nvSpPr>
          <p:cNvPr id="64" name="RoundedRectangle" hidden="1">
            <a:extLst>
              <a:ext uri="{FF2B5EF4-FFF2-40B4-BE49-F238E27FC236}">
                <a16:creationId xmlns:a16="http://schemas.microsoft.com/office/drawing/2014/main" id="{73B63A27-8BE3-42EF-AE48-1A02A0974DF6}"/>
              </a:ext>
            </a:extLst>
          </p:cNvPr>
          <p:cNvSpPr txBox="1">
            <a:spLocks/>
          </p:cNvSpPr>
          <p:nvPr/>
        </p:nvSpPr>
        <p:spPr bwMode="gray">
          <a:xfrm>
            <a:off x="6855878" y="1731376"/>
            <a:ext cx="1556598" cy="1554955"/>
          </a:xfrm>
          <a:prstGeom prst="roundRect">
            <a:avLst/>
          </a:prstGeom>
          <a:solidFill>
            <a:schemeClr val="accent1"/>
          </a:solidFill>
        </p:spPr>
        <p:txBody>
          <a:bodyPr vert="horz" lIns="73462" tIns="73462" rIns="73462" bIns="73462" rtlCol="0">
            <a:noAutofit/>
          </a:bodyPr>
          <a:lstStyle>
            <a:lvl1pPr marL="0" lvl="0" indent="0" defTabSz="895350" eaLnBrk="1" latinLnBrk="0" hangingPunct="1">
              <a:buClr>
                <a:schemeClr val="tx2"/>
              </a:buClr>
              <a:buSzPct val="100000"/>
              <a:defRPr lang="ru-RU" baseline="0" dirty="0">
                <a:latin typeface="+mn-lt"/>
              </a:defRPr>
            </a:lvl1pPr>
            <a:lvl2pPr marL="194400" lvl="1" indent="-190800" defTabSz="895350" eaLnBrk="1" latinLnBrk="0" hangingPunct="1">
              <a:buClr>
                <a:schemeClr val="accent3"/>
              </a:buClr>
              <a:buSzPct val="125000"/>
              <a:buFont typeface="Arial" panose="020B0604020202020204" pitchFamily="34" charset="0"/>
              <a:buChar char="•"/>
              <a:defRPr lang="ru-RU" baseline="0" dirty="0">
                <a:latin typeface="+mn-lt"/>
              </a:defRPr>
            </a:lvl2pPr>
            <a:lvl3pPr marL="446400" lvl="2" indent="-248400" defTabSz="895350" eaLnBrk="1" latinLnBrk="0" hangingPunct="1">
              <a:buClr>
                <a:schemeClr val="accent3"/>
              </a:buClr>
              <a:buSzPct val="120000"/>
              <a:buFont typeface="Arial" charset="0"/>
              <a:buChar char="–"/>
              <a:defRPr lang="ru-RU" baseline="0" dirty="0">
                <a:latin typeface="+mn-lt"/>
              </a:defRPr>
            </a:lvl3pPr>
            <a:lvl4pPr marL="615600" lvl="3" indent="-154800" defTabSz="895350" eaLnBrk="1" latinLnBrk="0" hangingPunct="1">
              <a:buClr>
                <a:schemeClr val="accent3"/>
              </a:buClr>
              <a:buSzPct val="120000"/>
              <a:buFont typeface="Arial" panose="020B0604020202020204" pitchFamily="34" charset="0"/>
              <a:buChar char="◦"/>
              <a:defRPr lang="ru-RU" baseline="0" dirty="0">
                <a:latin typeface="+mn-lt"/>
              </a:defRPr>
            </a:lvl4pPr>
            <a:lvl5pPr marL="748800" lvl="4" indent="-129600" defTabSz="895350" eaLnBrk="1" latinLnBrk="0" hangingPunct="1">
              <a:buClr>
                <a:schemeClr val="accent3"/>
              </a:buClr>
              <a:buSzPct val="89000"/>
              <a:buFont typeface="Arial" charset="0"/>
              <a:buChar char="-"/>
              <a:defRPr lang="ru-RU" baseline="0" dirty="0">
                <a:latin typeface="+mn-lt"/>
              </a:defRPr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9pPr>
          </a:lstStyle>
          <a:p>
            <a:pPr lvl="0"/>
            <a:r>
              <a:rPr lang="en-US" sz="1837" dirty="0"/>
              <a:t>Text</a:t>
            </a:r>
          </a:p>
        </p:txBody>
      </p:sp>
      <p:sp>
        <p:nvSpPr>
          <p:cNvPr id="65" name="Arrow" hidden="1">
            <a:extLst>
              <a:ext uri="{FF2B5EF4-FFF2-40B4-BE49-F238E27FC236}">
                <a16:creationId xmlns:a16="http://schemas.microsoft.com/office/drawing/2014/main" id="{3A7E9B67-9D0B-423B-9B52-C86F82273EAD}"/>
              </a:ext>
            </a:extLst>
          </p:cNvPr>
          <p:cNvSpPr txBox="1">
            <a:spLocks/>
          </p:cNvSpPr>
          <p:nvPr/>
        </p:nvSpPr>
        <p:spPr bwMode="gray">
          <a:xfrm>
            <a:off x="3447377" y="4524827"/>
            <a:ext cx="1867594" cy="932973"/>
          </a:xfrm>
          <a:prstGeom prst="rightArrow">
            <a:avLst>
              <a:gd name="adj1" fmla="val 50000"/>
              <a:gd name="adj2" fmla="val 37097"/>
            </a:avLst>
          </a:prstGeom>
          <a:solidFill>
            <a:schemeClr val="accent1"/>
          </a:solidFill>
        </p:spPr>
        <p:txBody>
          <a:bodyPr vert="horz" lIns="73462" tIns="0" rIns="0" bIns="0" rtlCol="0" anchor="ctr">
            <a:noAutofit/>
          </a:bodyPr>
          <a:lstStyle>
            <a:lvl1pPr marL="0" lvl="0" indent="0" defTabSz="895350" eaLnBrk="1" latinLnBrk="0" hangingPunct="1">
              <a:buClr>
                <a:schemeClr val="tx2"/>
              </a:buClr>
              <a:buSzPct val="100000"/>
              <a:defRPr lang="ru-RU" baseline="0" dirty="0">
                <a:latin typeface="+mn-lt"/>
              </a:defRPr>
            </a:lvl1pPr>
            <a:lvl2pPr marL="194400" lvl="1" indent="-190800" defTabSz="895350" eaLnBrk="1" latinLnBrk="0" hangingPunct="1">
              <a:buClr>
                <a:schemeClr val="accent3"/>
              </a:buClr>
              <a:buSzPct val="125000"/>
              <a:buFont typeface="Arial" panose="020B0604020202020204" pitchFamily="34" charset="0"/>
              <a:buChar char="•"/>
              <a:defRPr lang="ru-RU" baseline="0" dirty="0">
                <a:latin typeface="+mn-lt"/>
              </a:defRPr>
            </a:lvl2pPr>
            <a:lvl3pPr marL="446400" lvl="2" indent="-248400" defTabSz="895350" eaLnBrk="1" latinLnBrk="0" hangingPunct="1">
              <a:buClr>
                <a:schemeClr val="accent3"/>
              </a:buClr>
              <a:buSzPct val="120000"/>
              <a:buFont typeface="Arial" charset="0"/>
              <a:buChar char="–"/>
              <a:defRPr lang="ru-RU" baseline="0" dirty="0">
                <a:latin typeface="+mn-lt"/>
              </a:defRPr>
            </a:lvl3pPr>
            <a:lvl4pPr marL="615600" lvl="3" indent="-154800" defTabSz="895350" eaLnBrk="1" latinLnBrk="0" hangingPunct="1">
              <a:buClr>
                <a:schemeClr val="accent3"/>
              </a:buClr>
              <a:buSzPct val="120000"/>
              <a:buFont typeface="Arial" panose="020B0604020202020204" pitchFamily="34" charset="0"/>
              <a:buChar char="◦"/>
              <a:defRPr lang="ru-RU" baseline="0" dirty="0">
                <a:latin typeface="+mn-lt"/>
              </a:defRPr>
            </a:lvl4pPr>
            <a:lvl5pPr marL="748800" lvl="4" indent="-129600" defTabSz="895350" eaLnBrk="1" latinLnBrk="0" hangingPunct="1">
              <a:buClr>
                <a:schemeClr val="accent3"/>
              </a:buClr>
              <a:buSzPct val="89000"/>
              <a:buFont typeface="Arial" charset="0"/>
              <a:buChar char="-"/>
              <a:defRPr lang="ru-RU" baseline="0" dirty="0">
                <a:latin typeface="+mn-lt"/>
              </a:defRPr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9pPr>
          </a:lstStyle>
          <a:p>
            <a:pPr lvl="0"/>
            <a:r>
              <a:rPr lang="en-US" sz="1837" dirty="0"/>
              <a:t>Text</a:t>
            </a:r>
          </a:p>
        </p:txBody>
      </p:sp>
      <p:sp>
        <p:nvSpPr>
          <p:cNvPr id="66" name="DirArrow" hidden="1">
            <a:extLst>
              <a:ext uri="{FF2B5EF4-FFF2-40B4-BE49-F238E27FC236}">
                <a16:creationId xmlns:a16="http://schemas.microsoft.com/office/drawing/2014/main" id="{F3E9A787-BEA7-450D-9DAC-6325BADB329E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 rot="5400000">
            <a:off x="7128405" y="3132863"/>
            <a:ext cx="3153449" cy="3504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73462" tIns="73462" rIns="73462" bIns="73462" anchor="ctr"/>
          <a:lstStyle/>
          <a:p>
            <a:endParaRPr lang="en-US" sz="1632">
              <a:latin typeface="+mn-lt"/>
            </a:endParaRPr>
          </a:p>
        </p:txBody>
      </p:sp>
      <p:sp>
        <p:nvSpPr>
          <p:cNvPr id="67" name="Bracket" hidden="1">
            <a:extLst>
              <a:ext uri="{FF2B5EF4-FFF2-40B4-BE49-F238E27FC236}">
                <a16:creationId xmlns:a16="http://schemas.microsoft.com/office/drawing/2014/main" id="{772F3A3F-7603-4C30-B0C9-D3E477D0D42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 bwMode="gray">
          <a:xfrm>
            <a:off x="7541826" y="3538593"/>
            <a:ext cx="194372" cy="1684537"/>
          </a:xfrm>
          <a:custGeom>
            <a:avLst/>
            <a:gdLst>
              <a:gd name="connsiteX0" fmla="*/ 0 w 6149554"/>
              <a:gd name="connsiteY0" fmla="*/ 0 h 5119149"/>
              <a:gd name="connsiteX1" fmla="*/ 6086054 w 6149554"/>
              <a:gd name="connsiteY1" fmla="*/ 3468149 h 5119149"/>
              <a:gd name="connsiteX2" fmla="*/ 6086054 w 6149554"/>
              <a:gd name="connsiteY2" fmla="*/ 4230149 h 5119149"/>
              <a:gd name="connsiteX3" fmla="*/ 6149554 w 6149554"/>
              <a:gd name="connsiteY3" fmla="*/ 4293649 h 5119149"/>
              <a:gd name="connsiteX4" fmla="*/ 6086054 w 6149554"/>
              <a:gd name="connsiteY4" fmla="*/ 4357149 h 5119149"/>
              <a:gd name="connsiteX5" fmla="*/ 6086054 w 6149554"/>
              <a:gd name="connsiteY5" fmla="*/ 5119149 h 5119149"/>
              <a:gd name="connsiteX6" fmla="*/ 5959054 w 6149554"/>
              <a:gd name="connsiteY6" fmla="*/ 5119149 h 5119149"/>
              <a:gd name="connsiteX0" fmla="*/ 0 w 6149554"/>
              <a:gd name="connsiteY0" fmla="*/ 0 h 5119149"/>
              <a:gd name="connsiteX1" fmla="*/ 127000 w 6149554"/>
              <a:gd name="connsiteY1" fmla="*/ 1 h 5119149"/>
              <a:gd name="connsiteX2" fmla="*/ 6086054 w 6149554"/>
              <a:gd name="connsiteY2" fmla="*/ 4230149 h 5119149"/>
              <a:gd name="connsiteX3" fmla="*/ 6149554 w 6149554"/>
              <a:gd name="connsiteY3" fmla="*/ 4293649 h 5119149"/>
              <a:gd name="connsiteX4" fmla="*/ 6086054 w 6149554"/>
              <a:gd name="connsiteY4" fmla="*/ 4357149 h 5119149"/>
              <a:gd name="connsiteX5" fmla="*/ 6086054 w 6149554"/>
              <a:gd name="connsiteY5" fmla="*/ 5119149 h 5119149"/>
              <a:gd name="connsiteX6" fmla="*/ 5959054 w 6149554"/>
              <a:gd name="connsiteY6" fmla="*/ 5119149 h 5119149"/>
              <a:gd name="connsiteX0" fmla="*/ 0 w 6149554"/>
              <a:gd name="connsiteY0" fmla="*/ 0 h 5119149"/>
              <a:gd name="connsiteX1" fmla="*/ 127000 w 6149554"/>
              <a:gd name="connsiteY1" fmla="*/ 1 h 5119149"/>
              <a:gd name="connsiteX2" fmla="*/ 127000 w 6149554"/>
              <a:gd name="connsiteY2" fmla="*/ 762001 h 5119149"/>
              <a:gd name="connsiteX3" fmla="*/ 6149554 w 6149554"/>
              <a:gd name="connsiteY3" fmla="*/ 4293649 h 5119149"/>
              <a:gd name="connsiteX4" fmla="*/ 6086054 w 6149554"/>
              <a:gd name="connsiteY4" fmla="*/ 4357149 h 5119149"/>
              <a:gd name="connsiteX5" fmla="*/ 6086054 w 6149554"/>
              <a:gd name="connsiteY5" fmla="*/ 5119149 h 5119149"/>
              <a:gd name="connsiteX6" fmla="*/ 5959054 w 6149554"/>
              <a:gd name="connsiteY6" fmla="*/ 5119149 h 5119149"/>
              <a:gd name="connsiteX0" fmla="*/ 0 w 6086054"/>
              <a:gd name="connsiteY0" fmla="*/ 0 h 5119149"/>
              <a:gd name="connsiteX1" fmla="*/ 127000 w 6086054"/>
              <a:gd name="connsiteY1" fmla="*/ 1 h 5119149"/>
              <a:gd name="connsiteX2" fmla="*/ 127000 w 6086054"/>
              <a:gd name="connsiteY2" fmla="*/ 762001 h 5119149"/>
              <a:gd name="connsiteX3" fmla="*/ 190500 w 6086054"/>
              <a:gd name="connsiteY3" fmla="*/ 825501 h 5119149"/>
              <a:gd name="connsiteX4" fmla="*/ 6086054 w 6086054"/>
              <a:gd name="connsiteY4" fmla="*/ 4357149 h 5119149"/>
              <a:gd name="connsiteX5" fmla="*/ 6086054 w 6086054"/>
              <a:gd name="connsiteY5" fmla="*/ 5119149 h 5119149"/>
              <a:gd name="connsiteX6" fmla="*/ 5959054 w 6086054"/>
              <a:gd name="connsiteY6" fmla="*/ 5119149 h 5119149"/>
              <a:gd name="connsiteX0" fmla="*/ 0 w 6086054"/>
              <a:gd name="connsiteY0" fmla="*/ 0 h 5119149"/>
              <a:gd name="connsiteX1" fmla="*/ 127000 w 6086054"/>
              <a:gd name="connsiteY1" fmla="*/ 1 h 5119149"/>
              <a:gd name="connsiteX2" fmla="*/ 127000 w 6086054"/>
              <a:gd name="connsiteY2" fmla="*/ 762001 h 5119149"/>
              <a:gd name="connsiteX3" fmla="*/ 190500 w 6086054"/>
              <a:gd name="connsiteY3" fmla="*/ 825501 h 5119149"/>
              <a:gd name="connsiteX4" fmla="*/ 127000 w 6086054"/>
              <a:gd name="connsiteY4" fmla="*/ 889001 h 5119149"/>
              <a:gd name="connsiteX5" fmla="*/ 6086054 w 6086054"/>
              <a:gd name="connsiteY5" fmla="*/ 5119149 h 5119149"/>
              <a:gd name="connsiteX6" fmla="*/ 5959054 w 6086054"/>
              <a:gd name="connsiteY6" fmla="*/ 5119149 h 5119149"/>
              <a:gd name="connsiteX0" fmla="*/ 0 w 5959054"/>
              <a:gd name="connsiteY0" fmla="*/ 0 h 5119149"/>
              <a:gd name="connsiteX1" fmla="*/ 127000 w 5959054"/>
              <a:gd name="connsiteY1" fmla="*/ 1 h 5119149"/>
              <a:gd name="connsiteX2" fmla="*/ 127000 w 5959054"/>
              <a:gd name="connsiteY2" fmla="*/ 762001 h 5119149"/>
              <a:gd name="connsiteX3" fmla="*/ 190500 w 5959054"/>
              <a:gd name="connsiteY3" fmla="*/ 825501 h 5119149"/>
              <a:gd name="connsiteX4" fmla="*/ 127000 w 5959054"/>
              <a:gd name="connsiteY4" fmla="*/ 889001 h 5119149"/>
              <a:gd name="connsiteX5" fmla="*/ 127000 w 5959054"/>
              <a:gd name="connsiteY5" fmla="*/ 1651002 h 5119149"/>
              <a:gd name="connsiteX6" fmla="*/ 5959054 w 5959054"/>
              <a:gd name="connsiteY6" fmla="*/ 5119149 h 5119149"/>
              <a:gd name="connsiteX0" fmla="*/ 0 w 190500"/>
              <a:gd name="connsiteY0" fmla="*/ 0 h 1651002"/>
              <a:gd name="connsiteX1" fmla="*/ 127000 w 190500"/>
              <a:gd name="connsiteY1" fmla="*/ 1 h 1651002"/>
              <a:gd name="connsiteX2" fmla="*/ 127000 w 190500"/>
              <a:gd name="connsiteY2" fmla="*/ 762001 h 1651002"/>
              <a:gd name="connsiteX3" fmla="*/ 190500 w 190500"/>
              <a:gd name="connsiteY3" fmla="*/ 825501 h 1651002"/>
              <a:gd name="connsiteX4" fmla="*/ 127000 w 190500"/>
              <a:gd name="connsiteY4" fmla="*/ 889001 h 1651002"/>
              <a:gd name="connsiteX5" fmla="*/ 127000 w 190500"/>
              <a:gd name="connsiteY5" fmla="*/ 1651002 h 1651002"/>
              <a:gd name="connsiteX6" fmla="*/ 0 w 190500"/>
              <a:gd name="connsiteY6" fmla="*/ 1651002 h 165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0500" h="1651002">
                <a:moveTo>
                  <a:pt x="0" y="0"/>
                </a:moveTo>
                <a:lnTo>
                  <a:pt x="127000" y="1"/>
                </a:lnTo>
                <a:lnTo>
                  <a:pt x="127000" y="762001"/>
                </a:lnTo>
                <a:lnTo>
                  <a:pt x="190500" y="825501"/>
                </a:lnTo>
                <a:lnTo>
                  <a:pt x="127000" y="889001"/>
                </a:lnTo>
                <a:lnTo>
                  <a:pt x="127000" y="1651002"/>
                </a:lnTo>
                <a:lnTo>
                  <a:pt x="0" y="1651002"/>
                </a:lnTo>
              </a:path>
            </a:pathLst>
          </a:cu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37" baseline="30000"/>
          </a:p>
        </p:txBody>
      </p:sp>
      <p:grpSp>
        <p:nvGrpSpPr>
          <p:cNvPr id="68" name="Moon" hidden="1">
            <a:extLst>
              <a:ext uri="{FF2B5EF4-FFF2-40B4-BE49-F238E27FC236}">
                <a16:creationId xmlns:a16="http://schemas.microsoft.com/office/drawing/2014/main" id="{B5E16DB1-EB66-4B3E-95E8-F93F98CFCF18}"/>
              </a:ext>
            </a:extLst>
          </p:cNvPr>
          <p:cNvGrpSpPr/>
          <p:nvPr>
            <p:custDataLst>
              <p:tags r:id="rId13"/>
            </p:custDataLst>
          </p:nvPr>
        </p:nvGrpSpPr>
        <p:grpSpPr bwMode="gray">
          <a:xfrm>
            <a:off x="7980807" y="3538593"/>
            <a:ext cx="259230" cy="259159"/>
            <a:chOff x="762000" y="1270000"/>
            <a:chExt cx="254000" cy="254000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D46E4E7-B371-4633-8E3E-2ADB934344DE}"/>
                </a:ext>
              </a:extLst>
            </p:cNvPr>
            <p:cNvSpPr/>
            <p:nvPr/>
          </p:nvSpPr>
          <p:spPr bwMode="gray"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 dirty="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137D95C4-768F-4625-B8EF-668F66B980EC}"/>
                </a:ext>
              </a:extLst>
            </p:cNvPr>
            <p:cNvSpPr/>
            <p:nvPr/>
          </p:nvSpPr>
          <p:spPr bwMode="gray">
            <a:xfrm>
              <a:off x="762000" y="1270000"/>
              <a:ext cx="254000" cy="254000"/>
            </a:xfrm>
            <a:prstGeom prst="arc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32" dirty="0">
                <a:latin typeface="+mn-lt"/>
              </a:endParaRPr>
            </a:p>
          </p:txBody>
        </p:sp>
      </p:grpSp>
      <p:sp>
        <p:nvSpPr>
          <p:cNvPr id="71" name="SingleChevron" hidden="1">
            <a:extLst>
              <a:ext uri="{FF2B5EF4-FFF2-40B4-BE49-F238E27FC236}">
                <a16:creationId xmlns:a16="http://schemas.microsoft.com/office/drawing/2014/main" id="{6973BA01-C6BF-4B25-A6FF-D7BDF29B7650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5494615" y="4698001"/>
            <a:ext cx="357414" cy="816936"/>
          </a:xfrm>
          <a:custGeom>
            <a:avLst/>
            <a:gdLst/>
            <a:ahLst/>
            <a:cxnLst/>
            <a:rect l="0" t="0" r="0" b="0"/>
            <a:pathLst>
              <a:path w="2222501" h="5080001">
                <a:moveTo>
                  <a:pt x="0" y="0"/>
                </a:moveTo>
                <a:lnTo>
                  <a:pt x="762000" y="0"/>
                </a:lnTo>
                <a:lnTo>
                  <a:pt x="2222500" y="2540000"/>
                </a:lnTo>
                <a:lnTo>
                  <a:pt x="762000" y="5080000"/>
                </a:lnTo>
                <a:lnTo>
                  <a:pt x="0" y="5080000"/>
                </a:lnTo>
                <a:lnTo>
                  <a:pt x="1460500" y="2540000"/>
                </a:lnTo>
                <a:close/>
              </a:path>
            </a:pathLst>
          </a:custGeom>
          <a:solidFill>
            <a:schemeClr val="accent1"/>
          </a:solidFill>
          <a:ln/>
        </p:spPr>
        <p:txBody>
          <a:bodyPr rot="0" spcFirstLastPara="0" vertOverflow="overflow" horzOverflow="overflow" vert="horz" wrap="square" lIns="73462" tIns="73462" rIns="73462" bIns="734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13526" eaLnBrk="1" latinLnBrk="0" hangingPunct="1">
              <a:buClr>
                <a:schemeClr val="tx2"/>
              </a:buClr>
              <a:buSzPct val="100000"/>
            </a:pPr>
            <a:endParaRPr lang="ru-RU" sz="1837" baseline="0" dirty="0" err="1">
              <a:solidFill>
                <a:schemeClr val="tx1"/>
              </a:solidFill>
            </a:endParaRPr>
          </a:p>
        </p:txBody>
      </p:sp>
      <p:grpSp>
        <p:nvGrpSpPr>
          <p:cNvPr id="72" name="DoubleChevron" hidden="1">
            <a:extLst>
              <a:ext uri="{FF2B5EF4-FFF2-40B4-BE49-F238E27FC236}">
                <a16:creationId xmlns:a16="http://schemas.microsoft.com/office/drawing/2014/main" id="{E0B53B94-6BFA-4D52-A9C3-FD10FF405A27}"/>
              </a:ext>
            </a:extLst>
          </p:cNvPr>
          <p:cNvGrpSpPr>
            <a:grpSpLocks noChangeAspect="1"/>
          </p:cNvGrpSpPr>
          <p:nvPr>
            <p:custDataLst>
              <p:tags r:id="rId15"/>
            </p:custDataLst>
          </p:nvPr>
        </p:nvGrpSpPr>
        <p:grpSpPr>
          <a:xfrm>
            <a:off x="6004280" y="4698001"/>
            <a:ext cx="543736" cy="816936"/>
            <a:chOff x="1270000" y="1270000"/>
            <a:chExt cx="2409032" cy="3619500"/>
          </a:xfrm>
        </p:grpSpPr>
        <p:sp>
          <p:nvSpPr>
            <p:cNvPr id="73" name="Chevron1">
              <a:extLst>
                <a:ext uri="{FF2B5EF4-FFF2-40B4-BE49-F238E27FC236}">
                  <a16:creationId xmlns:a16="http://schemas.microsoft.com/office/drawing/2014/main" id="{EA60D423-C9CC-43D7-BBA4-63E289DF26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70000" y="1270000"/>
              <a:ext cx="1583532" cy="3619500"/>
            </a:xfrm>
            <a:custGeom>
              <a:avLst/>
              <a:gdLst/>
              <a:ahLst/>
              <a:cxnLst/>
              <a:rect l="0" t="0" r="0" b="0"/>
              <a:pathLst>
                <a:path w="2222501" h="5080001">
                  <a:moveTo>
                    <a:pt x="0" y="0"/>
                  </a:moveTo>
                  <a:lnTo>
                    <a:pt x="762000" y="0"/>
                  </a:lnTo>
                  <a:lnTo>
                    <a:pt x="2222500" y="2540000"/>
                  </a:lnTo>
                  <a:lnTo>
                    <a:pt x="762000" y="5080000"/>
                  </a:lnTo>
                  <a:lnTo>
                    <a:pt x="0" y="5080000"/>
                  </a:lnTo>
                  <a:lnTo>
                    <a:pt x="1460500" y="2540000"/>
                  </a:lnTo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3526" eaLnBrk="1" latinLnBrk="0" hangingPunct="1">
                <a:buClr>
                  <a:schemeClr val="tx2"/>
                </a:buClr>
                <a:buSzPct val="100000"/>
              </a:pPr>
              <a:endParaRPr lang="ru-RU" sz="1837" baseline="0" dirty="0" err="1">
                <a:solidFill>
                  <a:schemeClr val="tx1"/>
                </a:solidFill>
              </a:endParaRPr>
            </a:p>
          </p:txBody>
        </p:sp>
        <p:sp>
          <p:nvSpPr>
            <p:cNvPr id="74" name="Chevron2">
              <a:extLst>
                <a:ext uri="{FF2B5EF4-FFF2-40B4-BE49-F238E27FC236}">
                  <a16:creationId xmlns:a16="http://schemas.microsoft.com/office/drawing/2014/main" id="{47ABE892-2DEC-4F4A-8B54-C147474B99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95500" y="1270000"/>
              <a:ext cx="1583532" cy="3619500"/>
            </a:xfrm>
            <a:custGeom>
              <a:avLst/>
              <a:gdLst/>
              <a:ahLst/>
              <a:cxnLst/>
              <a:rect l="0" t="0" r="0" b="0"/>
              <a:pathLst>
                <a:path w="2222501" h="5080001">
                  <a:moveTo>
                    <a:pt x="0" y="0"/>
                  </a:moveTo>
                  <a:lnTo>
                    <a:pt x="762000" y="0"/>
                  </a:lnTo>
                  <a:lnTo>
                    <a:pt x="2222500" y="2540000"/>
                  </a:lnTo>
                  <a:lnTo>
                    <a:pt x="762000" y="5080000"/>
                  </a:lnTo>
                  <a:lnTo>
                    <a:pt x="0" y="5080000"/>
                  </a:lnTo>
                  <a:lnTo>
                    <a:pt x="1460500" y="2540000"/>
                  </a:lnTo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3526" eaLnBrk="1" latinLnBrk="0" hangingPunct="1">
                <a:buClr>
                  <a:schemeClr val="tx2"/>
                </a:buClr>
                <a:buSzPct val="100000"/>
              </a:pPr>
              <a:endParaRPr lang="ru-RU" sz="1837" baseline="0" dirty="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DoubleChevron2" hidden="1">
            <a:extLst>
              <a:ext uri="{FF2B5EF4-FFF2-40B4-BE49-F238E27FC236}">
                <a16:creationId xmlns:a16="http://schemas.microsoft.com/office/drawing/2014/main" id="{971A20F0-9CED-414E-B418-03F2AA3AA8A8}"/>
              </a:ext>
            </a:extLst>
          </p:cNvPr>
          <p:cNvGrpSpPr>
            <a:grpSpLocks noChangeAspect="1"/>
          </p:cNvGrpSpPr>
          <p:nvPr>
            <p:custDataLst>
              <p:tags r:id="rId16"/>
            </p:custDataLst>
          </p:nvPr>
        </p:nvGrpSpPr>
        <p:grpSpPr>
          <a:xfrm>
            <a:off x="6700268" y="4698001"/>
            <a:ext cx="666278" cy="816936"/>
            <a:chOff x="1270000" y="1270000"/>
            <a:chExt cx="2951957" cy="3619500"/>
          </a:xfrm>
        </p:grpSpPr>
        <p:sp>
          <p:nvSpPr>
            <p:cNvPr id="76" name="Chevron1">
              <a:extLst>
                <a:ext uri="{FF2B5EF4-FFF2-40B4-BE49-F238E27FC236}">
                  <a16:creationId xmlns:a16="http://schemas.microsoft.com/office/drawing/2014/main" id="{9A7C365C-C576-4B1B-BF9B-2AC484BFC6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70000" y="1270000"/>
              <a:ext cx="1583532" cy="3619500"/>
            </a:xfrm>
            <a:custGeom>
              <a:avLst/>
              <a:gdLst/>
              <a:ahLst/>
              <a:cxnLst/>
              <a:rect l="0" t="0" r="0" b="0"/>
              <a:pathLst>
                <a:path w="2222501" h="5080001">
                  <a:moveTo>
                    <a:pt x="0" y="0"/>
                  </a:moveTo>
                  <a:lnTo>
                    <a:pt x="762000" y="0"/>
                  </a:lnTo>
                  <a:lnTo>
                    <a:pt x="2222500" y="2540000"/>
                  </a:lnTo>
                  <a:lnTo>
                    <a:pt x="762000" y="5080000"/>
                  </a:lnTo>
                  <a:lnTo>
                    <a:pt x="0" y="5080000"/>
                  </a:lnTo>
                  <a:lnTo>
                    <a:pt x="1460500" y="2540000"/>
                  </a:lnTo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3526" eaLnBrk="1" latinLnBrk="0" hangingPunct="1">
                <a:buClr>
                  <a:schemeClr val="tx2"/>
                </a:buClr>
                <a:buSzPct val="100000"/>
              </a:pPr>
              <a:endParaRPr lang="ru-RU" sz="1837" baseline="0" dirty="0" err="1">
                <a:solidFill>
                  <a:schemeClr val="tx1"/>
                </a:solidFill>
              </a:endParaRPr>
            </a:p>
          </p:txBody>
        </p:sp>
        <p:sp>
          <p:nvSpPr>
            <p:cNvPr id="77" name="Chevron2">
              <a:extLst>
                <a:ext uri="{FF2B5EF4-FFF2-40B4-BE49-F238E27FC236}">
                  <a16:creationId xmlns:a16="http://schemas.microsoft.com/office/drawing/2014/main" id="{36B2509C-14B1-40E7-80B6-58BF34A871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95500" y="1270000"/>
              <a:ext cx="2126457" cy="3619500"/>
            </a:xfrm>
            <a:custGeom>
              <a:avLst/>
              <a:gdLst/>
              <a:ahLst/>
              <a:cxnLst/>
              <a:rect l="0" t="0" r="0" b="0"/>
              <a:pathLst>
                <a:path w="2984501" h="5080001">
                  <a:moveTo>
                    <a:pt x="0" y="0"/>
                  </a:moveTo>
                  <a:lnTo>
                    <a:pt x="1524000" y="0"/>
                  </a:lnTo>
                  <a:lnTo>
                    <a:pt x="2984500" y="2540000"/>
                  </a:lnTo>
                  <a:lnTo>
                    <a:pt x="1524000" y="5080000"/>
                  </a:lnTo>
                  <a:lnTo>
                    <a:pt x="0" y="5080000"/>
                  </a:lnTo>
                  <a:lnTo>
                    <a:pt x="1460500" y="2540000"/>
                  </a:lnTo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3526" eaLnBrk="1" latinLnBrk="0" hangingPunct="1">
                <a:buClr>
                  <a:schemeClr val="tx2"/>
                </a:buClr>
                <a:buSzPct val="100000"/>
              </a:pPr>
              <a:endParaRPr lang="ru-RU" sz="1837" baseline="0" dirty="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Flow" hidden="1">
            <a:extLst>
              <a:ext uri="{FF2B5EF4-FFF2-40B4-BE49-F238E27FC236}">
                <a16:creationId xmlns:a16="http://schemas.microsoft.com/office/drawing/2014/main" id="{E8D95263-5FFB-46AC-9697-C2586C424950}"/>
              </a:ext>
            </a:extLst>
          </p:cNvPr>
          <p:cNvGrpSpPr>
            <a:grpSpLocks/>
          </p:cNvGrpSpPr>
          <p:nvPr>
            <p:custDataLst>
              <p:tags r:id="rId17"/>
            </p:custDataLst>
          </p:nvPr>
        </p:nvGrpSpPr>
        <p:grpSpPr bwMode="gray">
          <a:xfrm>
            <a:off x="3449619" y="3538593"/>
            <a:ext cx="1867594" cy="932973"/>
            <a:chOff x="5905500" y="3124200"/>
            <a:chExt cx="1828800" cy="914400"/>
          </a:xfrm>
          <a:solidFill>
            <a:schemeClr val="accent1"/>
          </a:solidFill>
        </p:grpSpPr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AF2138F1-C7E3-4E31-8422-81D79EA97462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5905500" y="3124200"/>
              <a:ext cx="1828800" cy="914400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664208" y="0"/>
                  </a:lnTo>
                  <a:lnTo>
                    <a:pt x="1828800" y="457200"/>
                  </a:lnTo>
                  <a:lnTo>
                    <a:pt x="1664208" y="914400"/>
                  </a:lnTo>
                  <a:lnTo>
                    <a:pt x="0" y="914400"/>
                  </a:lnTo>
                  <a:lnTo>
                    <a:pt x="0" y="457200"/>
                  </a:lnTo>
                  <a:close/>
                </a:path>
              </a:pathLst>
            </a:cu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632" dirty="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2DD2CF3-F3CA-4A9E-BF8E-1ECB1FCC844C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 bwMode="gray">
            <a:xfrm>
              <a:off x="5969000" y="3187700"/>
              <a:ext cx="1524000" cy="79375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defPPr>
                <a:defRPr lang="en-US"/>
              </a:defPPr>
              <a:lvl1pPr marL="0" lvl="0" indent="0" defTabSz="895350" eaLnBrk="1" latinLnBrk="0" hangingPunct="1">
                <a:buClr>
                  <a:schemeClr val="tx2"/>
                </a:buClr>
                <a:buSzPct val="100000"/>
                <a:defRPr lang="ru-RU" baseline="0" dirty="0">
                  <a:latin typeface="+mn-lt"/>
                </a:defRPr>
              </a:lvl1pPr>
              <a:lvl2pPr marL="194400" lvl="1" indent="-190800" defTabSz="895350" eaLnBrk="1" latinLnBrk="0" hangingPunct="1">
                <a:buClr>
                  <a:schemeClr val="accent3"/>
                </a:buClr>
                <a:buSzPct val="125000"/>
                <a:buFont typeface="Arial" panose="020B0604020202020204" pitchFamily="34" charset="0"/>
                <a:buChar char="•"/>
                <a:defRPr lang="ru-RU" baseline="0" dirty="0">
                  <a:latin typeface="+mn-lt"/>
                </a:defRPr>
              </a:lvl2pPr>
              <a:lvl3pPr marL="446400" lvl="2" indent="-248400" defTabSz="895350" eaLnBrk="1" latinLnBrk="0" hangingPunct="1">
                <a:buClr>
                  <a:schemeClr val="accent3"/>
                </a:buClr>
                <a:buSzPct val="120000"/>
                <a:buFont typeface="Arial" charset="0"/>
                <a:buChar char="–"/>
                <a:defRPr lang="ru-RU" baseline="0" dirty="0">
                  <a:latin typeface="+mn-lt"/>
                </a:defRPr>
              </a:lvl3pPr>
              <a:lvl4pPr marL="615600" lvl="3" indent="-154800" defTabSz="895350" eaLnBrk="1" latinLnBrk="0" hangingPunct="1">
                <a:buClr>
                  <a:schemeClr val="accent3"/>
                </a:buClr>
                <a:buSzPct val="120000"/>
                <a:buFont typeface="Arial" panose="020B0604020202020204" pitchFamily="34" charset="0"/>
                <a:buChar char="◦"/>
                <a:defRPr lang="ru-RU" baseline="0" dirty="0">
                  <a:latin typeface="+mn-lt"/>
                </a:defRPr>
              </a:lvl4pPr>
              <a:lvl5pPr marL="748800" lvl="4" indent="-129600" defTabSz="895350" eaLnBrk="1" latinLnBrk="0" hangingPunct="1">
                <a:buClr>
                  <a:schemeClr val="accent3"/>
                </a:buClr>
                <a:buSzPct val="89000"/>
                <a:buFont typeface="Arial" charset="0"/>
                <a:buChar char="-"/>
                <a:defRPr lang="ru-RU" baseline="0" dirty="0">
                  <a:latin typeface="+mn-lt"/>
                </a:defRPr>
              </a:lvl5pPr>
              <a:lvl6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6pPr>
              <a:lvl7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7pPr>
              <a:lvl8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8pPr>
              <a:lvl9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9pPr>
            </a:lstStyle>
            <a:p>
              <a:pPr lvl="0"/>
              <a:r>
                <a:rPr lang="en-US" sz="1837" b="1" dirty="0">
                  <a:solidFill>
                    <a:schemeClr val="tx2"/>
                  </a:solidFill>
                </a:rPr>
                <a:t>Text</a:t>
              </a:r>
            </a:p>
          </p:txBody>
        </p:sp>
      </p:grpSp>
      <p:grpSp>
        <p:nvGrpSpPr>
          <p:cNvPr id="81" name="SplitFlow" hidden="1">
            <a:extLst>
              <a:ext uri="{FF2B5EF4-FFF2-40B4-BE49-F238E27FC236}">
                <a16:creationId xmlns:a16="http://schemas.microsoft.com/office/drawing/2014/main" id="{B8C43451-26CB-4EE7-B50A-F62A3419BA42}"/>
              </a:ext>
            </a:extLst>
          </p:cNvPr>
          <p:cNvGrpSpPr/>
          <p:nvPr>
            <p:custDataLst>
              <p:tags r:id="rId18"/>
            </p:custDataLst>
          </p:nvPr>
        </p:nvGrpSpPr>
        <p:grpSpPr bwMode="gray">
          <a:xfrm>
            <a:off x="5495723" y="3538593"/>
            <a:ext cx="1866459" cy="932973"/>
            <a:chOff x="114300" y="1270000"/>
            <a:chExt cx="1828800" cy="914400"/>
          </a:xfrm>
          <a:solidFill>
            <a:schemeClr val="accent1"/>
          </a:solidFill>
        </p:grpSpPr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FE80AC40-3536-47AC-95C7-711978626FC8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 bwMode="gray">
            <a:xfrm>
              <a:off x="114300" y="1270000"/>
              <a:ext cx="1828800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457200">
                  <a:moveTo>
                    <a:pt x="0" y="0"/>
                  </a:moveTo>
                  <a:lnTo>
                    <a:pt x="1664208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 sz="1632" b="1" dirty="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DD7D78D-2BBB-4B4D-BBBD-33E42C57019C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 bwMode="gray">
            <a:xfrm>
              <a:off x="177800" y="1327150"/>
              <a:ext cx="1524000" cy="3429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defPPr>
                <a:defRPr lang="en-US"/>
              </a:defPPr>
              <a:lvl1pPr marL="0" lvl="0" indent="0" defTabSz="895350" eaLnBrk="1" latinLnBrk="0" hangingPunct="1">
                <a:buClr>
                  <a:schemeClr val="tx2"/>
                </a:buClr>
                <a:buSzPct val="100000"/>
                <a:defRPr lang="ru-RU" baseline="0" dirty="0">
                  <a:latin typeface="+mn-lt"/>
                </a:defRPr>
              </a:lvl1pPr>
              <a:lvl2pPr marL="194400" lvl="1" indent="-190800" defTabSz="895350" eaLnBrk="1" latinLnBrk="0" hangingPunct="1">
                <a:buClr>
                  <a:schemeClr val="accent3"/>
                </a:buClr>
                <a:buSzPct val="125000"/>
                <a:buFont typeface="Arial" panose="020B0604020202020204" pitchFamily="34" charset="0"/>
                <a:buChar char="•"/>
                <a:defRPr lang="ru-RU" baseline="0" dirty="0">
                  <a:latin typeface="+mn-lt"/>
                </a:defRPr>
              </a:lvl2pPr>
              <a:lvl3pPr marL="446400" lvl="2" indent="-248400" defTabSz="895350" eaLnBrk="1" latinLnBrk="0" hangingPunct="1">
                <a:buClr>
                  <a:schemeClr val="accent3"/>
                </a:buClr>
                <a:buSzPct val="120000"/>
                <a:buFont typeface="Arial" charset="0"/>
                <a:buChar char="–"/>
                <a:defRPr lang="ru-RU" baseline="0" dirty="0">
                  <a:latin typeface="+mn-lt"/>
                </a:defRPr>
              </a:lvl3pPr>
              <a:lvl4pPr marL="615600" lvl="3" indent="-154800" defTabSz="895350" eaLnBrk="1" latinLnBrk="0" hangingPunct="1">
                <a:buClr>
                  <a:schemeClr val="accent3"/>
                </a:buClr>
                <a:buSzPct val="120000"/>
                <a:buFont typeface="Arial" panose="020B0604020202020204" pitchFamily="34" charset="0"/>
                <a:buChar char="◦"/>
                <a:defRPr lang="ru-RU" baseline="0" dirty="0">
                  <a:latin typeface="+mn-lt"/>
                </a:defRPr>
              </a:lvl4pPr>
              <a:lvl5pPr marL="748800" lvl="4" indent="-129600" defTabSz="895350" eaLnBrk="1" latinLnBrk="0" hangingPunct="1">
                <a:buClr>
                  <a:schemeClr val="accent3"/>
                </a:buClr>
                <a:buSzPct val="89000"/>
                <a:buFont typeface="Arial" charset="0"/>
                <a:buChar char="-"/>
                <a:defRPr lang="ru-RU" baseline="0" dirty="0">
                  <a:latin typeface="+mn-lt"/>
                </a:defRPr>
              </a:lvl5pPr>
              <a:lvl6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6pPr>
              <a:lvl7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7pPr>
              <a:lvl8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8pPr>
              <a:lvl9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9pPr>
            </a:lstStyle>
            <a:p>
              <a:pPr lvl="0"/>
              <a:r>
                <a:rPr lang="en-US" sz="1837" b="1" dirty="0">
                  <a:solidFill>
                    <a:schemeClr val="tx2"/>
                  </a:solidFill>
                </a:rPr>
                <a:t>Text</a:t>
              </a:r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D755770-95A3-4901-92DC-E11CB8BFAEF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114300" y="1727200"/>
              <a:ext cx="1828800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457200">
                  <a:moveTo>
                    <a:pt x="1828800" y="0"/>
                  </a:moveTo>
                  <a:lnTo>
                    <a:pt x="1664208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 sz="1632" b="1" dirty="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814E624-979D-40A5-83EF-599826CFCB08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 bwMode="gray">
            <a:xfrm>
              <a:off x="177800" y="1784350"/>
              <a:ext cx="1524000" cy="3429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defPPr>
                <a:defRPr lang="en-US"/>
              </a:defPPr>
              <a:lvl1pPr marL="0" lvl="0" indent="0" defTabSz="895350" eaLnBrk="1" latinLnBrk="0" hangingPunct="1">
                <a:buClr>
                  <a:schemeClr val="tx2"/>
                </a:buClr>
                <a:buSzPct val="100000"/>
                <a:defRPr lang="ru-RU" baseline="0" dirty="0">
                  <a:latin typeface="+mn-lt"/>
                </a:defRPr>
              </a:lvl1pPr>
              <a:lvl2pPr marL="194400" lvl="1" indent="-190800" defTabSz="895350" eaLnBrk="1" latinLnBrk="0" hangingPunct="1">
                <a:buClr>
                  <a:schemeClr val="accent3"/>
                </a:buClr>
                <a:buSzPct val="125000"/>
                <a:buFont typeface="Arial" panose="020B0604020202020204" pitchFamily="34" charset="0"/>
                <a:buChar char="•"/>
                <a:defRPr lang="ru-RU" baseline="0" dirty="0">
                  <a:latin typeface="+mn-lt"/>
                </a:defRPr>
              </a:lvl2pPr>
              <a:lvl3pPr marL="446400" lvl="2" indent="-248400" defTabSz="895350" eaLnBrk="1" latinLnBrk="0" hangingPunct="1">
                <a:buClr>
                  <a:schemeClr val="accent3"/>
                </a:buClr>
                <a:buSzPct val="120000"/>
                <a:buFont typeface="Arial" charset="0"/>
                <a:buChar char="–"/>
                <a:defRPr lang="ru-RU" baseline="0" dirty="0">
                  <a:latin typeface="+mn-lt"/>
                </a:defRPr>
              </a:lvl3pPr>
              <a:lvl4pPr marL="615600" lvl="3" indent="-154800" defTabSz="895350" eaLnBrk="1" latinLnBrk="0" hangingPunct="1">
                <a:buClr>
                  <a:schemeClr val="accent3"/>
                </a:buClr>
                <a:buSzPct val="120000"/>
                <a:buFont typeface="Arial" panose="020B0604020202020204" pitchFamily="34" charset="0"/>
                <a:buChar char="◦"/>
                <a:defRPr lang="ru-RU" baseline="0" dirty="0">
                  <a:latin typeface="+mn-lt"/>
                </a:defRPr>
              </a:lvl4pPr>
              <a:lvl5pPr marL="748800" lvl="4" indent="-129600" defTabSz="895350" eaLnBrk="1" latinLnBrk="0" hangingPunct="1">
                <a:buClr>
                  <a:schemeClr val="accent3"/>
                </a:buClr>
                <a:buSzPct val="89000"/>
                <a:buFont typeface="Arial" charset="0"/>
                <a:buChar char="-"/>
                <a:defRPr lang="ru-RU" baseline="0" dirty="0">
                  <a:latin typeface="+mn-lt"/>
                </a:defRPr>
              </a:lvl5pPr>
              <a:lvl6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6pPr>
              <a:lvl7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7pPr>
              <a:lvl8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8pPr>
              <a:lvl9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9pPr>
            </a:lstStyle>
            <a:p>
              <a:pPr lvl="0"/>
              <a:r>
                <a:rPr lang="en-US" sz="1837" b="1">
                  <a:solidFill>
                    <a:schemeClr val="tx2"/>
                  </a:solidFill>
                </a:rPr>
                <a:t>Text</a:t>
              </a:r>
              <a:endParaRPr lang="en-US" sz="1837" b="1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7763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</p:sldLayoutIdLst>
  <p:hf hdr="0" ftr="0" dt="0"/>
  <p:txStyles>
    <p:titleStyle>
      <a:lvl1pPr algn="l" defTabSz="1218095" rtl="0" eaLnBrk="1" fontAlgn="base" hangingPunct="1">
        <a:spcBef>
          <a:spcPct val="0"/>
        </a:spcBef>
        <a:spcAft>
          <a:spcPct val="0"/>
        </a:spcAft>
        <a:tabLst>
          <a:tab pos="367156" algn="l"/>
        </a:tabLst>
        <a:defRPr sz="2041" b="1" baseline="0">
          <a:solidFill>
            <a:schemeClr val="tx1"/>
          </a:solidFill>
          <a:latin typeface="+mj-lt"/>
          <a:ea typeface="+mj-ea"/>
          <a:cs typeface="+mj-cs"/>
        </a:defRPr>
      </a:lvl1pPr>
      <a:lvl2pPr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2pPr>
      <a:lvl3pPr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3pPr>
      <a:lvl4pPr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4pPr>
      <a:lvl5pPr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5pPr>
      <a:lvl6pPr marL="622005"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6pPr>
      <a:lvl7pPr marL="1244012"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7pPr>
      <a:lvl8pPr marL="1866017"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8pPr>
      <a:lvl9pPr marL="2488024"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526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00000"/>
        <a:defRPr lang="ru-RU" sz="1632" baseline="0" dirty="0">
          <a:solidFill>
            <a:schemeClr val="tx1"/>
          </a:solidFill>
          <a:latin typeface="+mn-lt"/>
          <a:ea typeface="+mn-ea"/>
          <a:cs typeface="+mn-cs"/>
        </a:defRPr>
      </a:lvl1pPr>
      <a:lvl2pPr marL="198346" indent="-194673" algn="l" defTabSz="913526" rtl="0" eaLnBrk="1" fontAlgn="base" latinLnBrk="0" hangingPunct="1">
        <a:spcBef>
          <a:spcPct val="0"/>
        </a:spcBef>
        <a:spcAft>
          <a:spcPct val="0"/>
        </a:spcAft>
        <a:buClr>
          <a:schemeClr val="accent3"/>
        </a:buClr>
        <a:buSzPct val="125000"/>
        <a:buFont typeface="Arial" panose="020B0604020202020204" pitchFamily="34" charset="0"/>
        <a:buChar char="•"/>
        <a:defRPr lang="ru-RU" sz="1632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455462" indent="-253443" algn="l" defTabSz="913526" rtl="0" eaLnBrk="1" fontAlgn="base" latinLnBrk="0" hangingPunct="1">
        <a:spcBef>
          <a:spcPct val="0"/>
        </a:spcBef>
        <a:spcAft>
          <a:spcPct val="0"/>
        </a:spcAft>
        <a:buClr>
          <a:schemeClr val="accent3"/>
        </a:buClr>
        <a:buSzPct val="120000"/>
        <a:buFont typeface="Arial" charset="0"/>
        <a:buChar char="–"/>
        <a:defRPr lang="ru-RU" sz="1632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628097" indent="-157942" algn="l" defTabSz="913526" rtl="0" eaLnBrk="1" fontAlgn="base" latinLnBrk="0" hangingPunct="1">
        <a:spcBef>
          <a:spcPct val="0"/>
        </a:spcBef>
        <a:spcAft>
          <a:spcPct val="0"/>
        </a:spcAft>
        <a:buClr>
          <a:schemeClr val="accent3"/>
        </a:buClr>
        <a:buSzPct val="120000"/>
        <a:buFont typeface="Arial" panose="020B0604020202020204" pitchFamily="34" charset="0"/>
        <a:buChar char="◦"/>
        <a:defRPr lang="ru-RU" sz="1632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64001" indent="-132231" algn="l" defTabSz="913526" rtl="0" eaLnBrk="1" fontAlgn="base" latinLnBrk="0" hangingPunct="1">
        <a:spcBef>
          <a:spcPct val="0"/>
        </a:spcBef>
        <a:spcAft>
          <a:spcPct val="0"/>
        </a:spcAft>
        <a:buClr>
          <a:schemeClr val="accent3"/>
        </a:buClr>
        <a:buSzPct val="89000"/>
        <a:buFont typeface="Arial" charset="0"/>
        <a:buChar char="-"/>
        <a:defRPr lang="ru-RU" sz="1632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1020090" indent="-177099" algn="l" defTabSz="1218095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76" baseline="0">
          <a:solidFill>
            <a:schemeClr val="tx1"/>
          </a:solidFill>
          <a:latin typeface="+mn-lt"/>
        </a:defRPr>
      </a:lvl6pPr>
      <a:lvl7pPr marL="1020090" indent="-177099" algn="l" defTabSz="1218095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76" baseline="0">
          <a:solidFill>
            <a:schemeClr val="tx1"/>
          </a:solidFill>
          <a:latin typeface="+mn-lt"/>
        </a:defRPr>
      </a:lvl7pPr>
      <a:lvl8pPr marL="1020090" indent="-177099" algn="l" defTabSz="1218095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76" baseline="0">
          <a:solidFill>
            <a:schemeClr val="tx1"/>
          </a:solidFill>
          <a:latin typeface="+mn-lt"/>
        </a:defRPr>
      </a:lvl8pPr>
      <a:lvl9pPr marL="1020090" indent="-177099" algn="l" defTabSz="1218095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76" baseline="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1pPr>
      <a:lvl2pPr marL="622005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2pPr>
      <a:lvl3pPr marL="1244012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3pPr>
      <a:lvl4pPr marL="1866017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4pPr>
      <a:lvl5pPr marL="2488024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5pPr>
      <a:lvl6pPr marL="3110029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6pPr>
      <a:lvl7pPr marL="3732036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7pPr>
      <a:lvl8pPr marL="4354041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8pPr>
      <a:lvl9pPr marL="4976048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F867F5-D56E-FA42-AF68-B79EFEE3A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16361"/>
            <a:ext cx="9094851" cy="425437"/>
          </a:xfrm>
          <a:prstGeom prst="rect">
            <a:avLst/>
          </a:prstGeom>
        </p:spPr>
        <p:txBody>
          <a:bodyPr vert="horz" wrap="square" lIns="0" tIns="45720" rIns="91440" bIns="45720" rtlCol="0" anchor="t">
            <a:spAutoFit/>
          </a:bodyPr>
          <a:lstStyle/>
          <a:p>
            <a:pPr marL="0"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4AA59-44DB-D746-A181-9EAC22A10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0205" y="6492875"/>
            <a:ext cx="43646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DC057-5502-074A-A021-09A39A76BE37}" type="slidenum">
              <a:t>‹#›</a:t>
            </a:fld>
            <a:endParaRPr lang="ru-RU"/>
          </a:p>
        </p:txBody>
      </p:sp>
      <p:pic>
        <p:nvPicPr>
          <p:cNvPr id="4" name="perekrestok-ru.ai" descr="perekrestok-ru.ai"/>
          <p:cNvPicPr>
            <a:picLocks noChangeAspect="1"/>
          </p:cNvPicPr>
          <p:nvPr userDrawn="1"/>
        </p:nvPicPr>
        <p:blipFill>
          <a:blip r:embed="rId6"/>
          <a:srcRect l="19214" t="88469" r="19214"/>
          <a:stretch>
            <a:fillRect/>
          </a:stretch>
        </p:blipFill>
        <p:spPr>
          <a:xfrm>
            <a:off x="9538800" y="160119"/>
            <a:ext cx="2349941" cy="43998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94449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9" r:id="rId1"/>
    <p:sldLayoutId id="2147484180" r:id="rId2"/>
    <p:sldLayoutId id="2147484181" r:id="rId3"/>
    <p:sldLayoutId id="214748418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2400" b="1" kern="1200" spc="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438">
          <p15:clr>
            <a:srgbClr val="F26B43"/>
          </p15:clr>
        </p15:guide>
        <p15:guide id="3" pos="7242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9AE97-D7FE-4284-9278-80E0C6046361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5AAD3-FBA8-4B73-99FC-56BD64D33E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530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0" r:id="rId1"/>
    <p:sldLayoutId id="2147484301" r:id="rId2"/>
    <p:sldLayoutId id="2147484302" r:id="rId3"/>
    <p:sldLayoutId id="2147484303" r:id="rId4"/>
    <p:sldLayoutId id="2147484304" r:id="rId5"/>
    <p:sldLayoutId id="2147484305" r:id="rId6"/>
    <p:sldLayoutId id="2147484306" r:id="rId7"/>
    <p:sldLayoutId id="2147484307" r:id="rId8"/>
    <p:sldLayoutId id="2147484308" r:id="rId9"/>
    <p:sldLayoutId id="2147484309" r:id="rId10"/>
    <p:sldLayoutId id="2147484310" r:id="rId11"/>
    <p:sldLayoutId id="214748431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1" imgH="420" progId="TCLayout.ActiveDocument.1">
                  <p:embed/>
                </p:oleObj>
              </mc:Choice>
              <mc:Fallback>
                <p:oleObj name="think-cell Slide" r:id="rId6" imgW="421" imgH="420" progId="TCLayout.ActiveDocument.1">
                  <p:embed/>
                  <p:pic>
                    <p:nvPicPr>
                      <p:cNvPr id="2" name="Объект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0130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3" r:id="rId1"/>
    <p:sldLayoutId id="2147484314" r:id="rId2"/>
    <p:sldLayoutId id="214748431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9.png"/><Relationship Id="rId4" Type="http://schemas.openxmlformats.org/officeDocument/2006/relationships/image" Target="../media/image2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30.png"/><Relationship Id="rId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31.png"/><Relationship Id="rId4" Type="http://schemas.openxmlformats.org/officeDocument/2006/relationships/image" Target="../media/image2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32.png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7CE4A90-B53E-4640-9DA8-D72D39D6DA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2725" y="1548964"/>
            <a:ext cx="7462812" cy="693721"/>
          </a:xfrm>
        </p:spPr>
        <p:txBody>
          <a:bodyPr>
            <a:normAutofit/>
          </a:bodyPr>
          <a:lstStyle/>
          <a:p>
            <a:r>
              <a:rPr lang="ru-RU" dirty="0">
                <a:latin typeface="X5 Sans Medium" panose="020B0503020203020204" pitchFamily="34" charset="0"/>
                <a:ea typeface="X5 Sans Medium" panose="020B0503020203020204" pitchFamily="34" charset="0"/>
                <a:cs typeface="Segoe UI Semibold" panose="020B0702040204020203" pitchFamily="34" charset="0"/>
              </a:rPr>
              <a:t>Портал Развития</a:t>
            </a:r>
            <a:endParaRPr lang="en-US" dirty="0">
              <a:latin typeface="X5 Sans Medium" panose="020B0503020203020204" pitchFamily="34" charset="0"/>
              <a:ea typeface="X5 Sans Medium" panose="020B0503020203020204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Graphic 27">
            <a:extLst>
              <a:ext uri="{FF2B5EF4-FFF2-40B4-BE49-F238E27FC236}">
                <a16:creationId xmlns:a16="http://schemas.microsoft.com/office/drawing/2014/main" id="{E653C570-67E2-6D4B-B860-BA66A9555C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2950" y="270291"/>
            <a:ext cx="217443" cy="217443"/>
          </a:xfrm>
          <a:prstGeom prst="rect">
            <a:avLst/>
          </a:prstGeom>
        </p:spPr>
      </p:pic>
      <p:pic>
        <p:nvPicPr>
          <p:cNvPr id="6" name="Graphic 17">
            <a:extLst>
              <a:ext uri="{FF2B5EF4-FFF2-40B4-BE49-F238E27FC236}">
                <a16:creationId xmlns:a16="http://schemas.microsoft.com/office/drawing/2014/main" id="{0E9C33A9-CE01-444E-9CE8-CC8E48E4F9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43278" y="255772"/>
            <a:ext cx="228363" cy="228363"/>
          </a:xfrm>
          <a:prstGeom prst="rect">
            <a:avLst/>
          </a:prstGeom>
          <a:effectLst/>
        </p:spPr>
      </p:pic>
      <p:pic>
        <p:nvPicPr>
          <p:cNvPr id="7" name="Graphic 14">
            <a:extLst>
              <a:ext uri="{FF2B5EF4-FFF2-40B4-BE49-F238E27FC236}">
                <a16:creationId xmlns:a16="http://schemas.microsoft.com/office/drawing/2014/main" id="{DEF6079B-9C9D-A749-BA1D-ACAF170DB5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04526" y="236908"/>
            <a:ext cx="250617" cy="250617"/>
          </a:xfrm>
          <a:prstGeom prst="rect">
            <a:avLst/>
          </a:prstGeom>
        </p:spPr>
      </p:pic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3F5FB2F7-CB85-481F-8697-5772635F6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850956"/>
              </p:ext>
            </p:extLst>
          </p:nvPr>
        </p:nvGraphicFramePr>
        <p:xfrm>
          <a:off x="572725" y="2331585"/>
          <a:ext cx="6374830" cy="16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500">
                  <a:extLst>
                    <a:ext uri="{9D8B030D-6E8A-4147-A177-3AD203B41FA5}">
                      <a16:colId xmlns:a16="http://schemas.microsoft.com/office/drawing/2014/main" val="163658555"/>
                    </a:ext>
                  </a:extLst>
                </a:gridCol>
                <a:gridCol w="4336330">
                  <a:extLst>
                    <a:ext uri="{9D8B030D-6E8A-4147-A177-3AD203B41FA5}">
                      <a16:colId xmlns:a16="http://schemas.microsoft.com/office/drawing/2014/main" val="3778492599"/>
                    </a:ext>
                  </a:extLst>
                </a:gridCol>
              </a:tblGrid>
              <a:tr h="183143"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kern="1200" dirty="0">
                          <a:solidFill>
                            <a:schemeClr val="bg1"/>
                          </a:solidFill>
                          <a:latin typeface="X5 Sans Medium" panose="020B0503020203020204" pitchFamily="34" charset="0"/>
                          <a:ea typeface="X5 Sans Medium" panose="020B0503020203020204" pitchFamily="34" charset="0"/>
                          <a:cs typeface="+mn-cs"/>
                        </a:rPr>
                        <a:t>Спонсор/Держатель бюджета: </a:t>
                      </a: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kern="1200" dirty="0">
                          <a:solidFill>
                            <a:schemeClr val="bg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+mn-cs"/>
                        </a:rPr>
                        <a:t>Дирекция по развитию, Карпенко А.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+mn-cs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229470"/>
                  </a:ext>
                </a:extLst>
              </a:tr>
              <a:tr h="183143">
                <a:tc>
                  <a:txBody>
                    <a:bodyPr/>
                    <a:lstStyle/>
                    <a:p>
                      <a:r>
                        <a:rPr lang="ru-RU" sz="1100" b="0" kern="1200" dirty="0">
                          <a:solidFill>
                            <a:schemeClr val="bg1"/>
                          </a:solidFill>
                          <a:latin typeface="X5 Sans Medium" panose="020B0503020203020204" pitchFamily="34" charset="0"/>
                          <a:ea typeface="X5 Sans Medium" panose="020B0503020203020204" pitchFamily="34" charset="0"/>
                          <a:cs typeface="+mn-cs"/>
                        </a:rPr>
                        <a:t>Заказчик: </a:t>
                      </a: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kern="1200" dirty="0">
                          <a:solidFill>
                            <a:schemeClr val="bg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+mn-cs"/>
                        </a:rPr>
                        <a:t>Дирекция по развитию, Карпенко А.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+mn-cs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695120"/>
                  </a:ext>
                </a:extLst>
              </a:tr>
              <a:tr h="183143">
                <a:tc>
                  <a:txBody>
                    <a:bodyPr/>
                    <a:lstStyle/>
                    <a:p>
                      <a:r>
                        <a:rPr lang="ru-RU" sz="1100" b="0" kern="1200" dirty="0">
                          <a:solidFill>
                            <a:schemeClr val="bg1"/>
                          </a:solidFill>
                          <a:latin typeface="X5 Sans Medium" panose="020B0503020203020204" pitchFamily="34" charset="0"/>
                          <a:ea typeface="X5 Sans Medium" panose="020B0503020203020204" pitchFamily="34" charset="0"/>
                          <a:cs typeface="+mn-cs"/>
                        </a:rPr>
                        <a:t>Статус рассмотрения: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X5 Sans Medium" panose="020B0503020203020204" pitchFamily="34" charset="0"/>
                        <a:ea typeface="X5 Sans Medium" panose="020B0503020203020204" pitchFamily="34" charset="0"/>
                        <a:cs typeface="+mn-cs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kern="1200" dirty="0">
                          <a:solidFill>
                            <a:schemeClr val="bg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+mn-cs"/>
                        </a:rPr>
                        <a:t>Первичный</a:t>
                      </a: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22106"/>
                  </a:ext>
                </a:extLst>
              </a:tr>
              <a:tr h="183143"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kern="1200" dirty="0">
                          <a:solidFill>
                            <a:schemeClr val="bg1"/>
                          </a:solidFill>
                          <a:latin typeface="X5 Sans Medium" panose="020B0503020203020204" pitchFamily="34" charset="0"/>
                          <a:ea typeface="X5 Sans Medium" panose="020B0503020203020204" pitchFamily="34" charset="0"/>
                          <a:cs typeface="+mn-cs"/>
                        </a:rPr>
                        <a:t>Сроки финансирования:</a:t>
                      </a:r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kern="1200" dirty="0">
                          <a:solidFill>
                            <a:schemeClr val="bg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+mn-cs"/>
                        </a:rPr>
                        <a:t>01.01.2026-30.12.2026</a:t>
                      </a:r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029838"/>
                  </a:ext>
                </a:extLst>
              </a:tr>
              <a:tr h="183143"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kern="1200" dirty="0">
                          <a:solidFill>
                            <a:schemeClr val="bg1"/>
                          </a:solidFill>
                          <a:latin typeface="X5 Sans Medium" panose="020B0503020203020204" pitchFamily="34" charset="0"/>
                          <a:ea typeface="X5 Sans Medium" panose="020B0503020203020204" pitchFamily="34" charset="0"/>
                          <a:cs typeface="+mn-cs"/>
                        </a:rPr>
                        <a:t>Карточка </a:t>
                      </a:r>
                      <a:r>
                        <a:rPr lang="en-US" sz="1100" b="0" kern="1200" dirty="0">
                          <a:solidFill>
                            <a:schemeClr val="bg1"/>
                          </a:solidFill>
                          <a:latin typeface="X5 Sans Medium" panose="020B0503020203020204" pitchFamily="34" charset="0"/>
                          <a:ea typeface="X5 Sans Medium" panose="020B0503020203020204" pitchFamily="34" charset="0"/>
                          <a:cs typeface="+mn-cs"/>
                        </a:rPr>
                        <a:t>Profit</a:t>
                      </a:r>
                      <a:r>
                        <a:rPr lang="ru-RU" sz="1100" b="0" kern="1200" dirty="0">
                          <a:solidFill>
                            <a:schemeClr val="bg1"/>
                          </a:solidFill>
                          <a:latin typeface="X5 Sans Medium" panose="020B0503020203020204" pitchFamily="34" charset="0"/>
                          <a:ea typeface="X5 Sans Medium" panose="020B0503020203020204" pitchFamily="34" charset="0"/>
                          <a:cs typeface="+mn-cs"/>
                        </a:rPr>
                        <a:t>:</a:t>
                      </a:r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kern="1200" dirty="0">
                        <a:solidFill>
                          <a:schemeClr val="bg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+mn-cs"/>
                      </a:endParaRPr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331543"/>
                  </a:ext>
                </a:extLst>
              </a:tr>
              <a:tr h="1831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kern="1200" dirty="0">
                          <a:solidFill>
                            <a:schemeClr val="bg1"/>
                          </a:solidFill>
                          <a:latin typeface="X5 Sans Medium" panose="020B0503020203020204" pitchFamily="34" charset="0"/>
                          <a:ea typeface="X5 Sans Medium" panose="020B0503020203020204" pitchFamily="34" charset="0"/>
                          <a:cs typeface="+mn-cs"/>
                        </a:rPr>
                        <a:t>Дата утверждения: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X5 Sans Medium" panose="020B0503020203020204" pitchFamily="34" charset="0"/>
                        <a:ea typeface="X5 Sans Medium" panose="020B0503020203020204" pitchFamily="34" charset="0"/>
                        <a:cs typeface="+mn-cs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kern="1200" dirty="0">
                          <a:solidFill>
                            <a:schemeClr val="bg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+mn-cs"/>
                        </a:rPr>
                        <a:t>15.12.2025</a:t>
                      </a:r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801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406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/>
          <p:cNvSpPr/>
          <p:nvPr/>
        </p:nvSpPr>
        <p:spPr>
          <a:xfrm>
            <a:off x="1" y="0"/>
            <a:ext cx="12191999" cy="1459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sp>
        <p:nvSpPr>
          <p:cNvPr id="109" name="Овал 108"/>
          <p:cNvSpPr/>
          <p:nvPr/>
        </p:nvSpPr>
        <p:spPr>
          <a:xfrm>
            <a:off x="11739418" y="124778"/>
            <a:ext cx="298383" cy="2854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pic>
        <p:nvPicPr>
          <p:cNvPr id="103" name="Image 6" descr="preencoded.png">
            <a:extLst>
              <a:ext uri="{FF2B5EF4-FFF2-40B4-BE49-F238E27FC236}">
                <a16:creationId xmlns:a16="http://schemas.microsoft.com/office/drawing/2014/main" id="{C0D168D8-D3AD-4198-910E-D86BDBDE4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2875" y="114300"/>
            <a:ext cx="628650" cy="180975"/>
          </a:xfrm>
          <a:prstGeom prst="rect">
            <a:avLst/>
          </a:prstGeom>
        </p:spPr>
      </p:pic>
      <p:sp>
        <p:nvSpPr>
          <p:cNvPr id="108" name="Номер слайда 4">
            <a:extLst>
              <a:ext uri="{FF2B5EF4-FFF2-40B4-BE49-F238E27FC236}">
                <a16:creationId xmlns:a16="http://schemas.microsoft.com/office/drawing/2014/main" id="{974669CF-F3E2-4B8A-AD19-64D3ED301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9541" y="202668"/>
            <a:ext cx="318135" cy="11864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6FE9D3-F4ED-4A78-AE68-5D32F6CAB728}" type="slidenum">
              <a:rPr kumimoji="0" lang="ru-RU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 Medium" panose="020B0503020203020204" pitchFamily="34" charset="0"/>
              <a:ea typeface="X5 Sans Medium" panose="020B0503020203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22" name="Text 0"/>
          <p:cNvSpPr/>
          <p:nvPr/>
        </p:nvSpPr>
        <p:spPr>
          <a:xfrm>
            <a:off x="447675" y="514350"/>
            <a:ext cx="9524098" cy="47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Segoe UI Semibold" panose="020B0702040204020203" pitchFamily="34" charset="0"/>
              </a:rPr>
              <a:t>Проект решения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389924" y="1681123"/>
            <a:ext cx="11291927" cy="2800767"/>
          </a:xfrm>
          <a:prstGeom prst="rect">
            <a:avLst/>
          </a:prstGeom>
          <a:ln>
            <a:noFill/>
            <a:prstDash val="dash"/>
          </a:ln>
        </p:spPr>
        <p:txBody>
          <a:bodyPr wrap="square" rtlCol="0" anchor="ctr">
            <a:spAutoFit/>
          </a:bodyPr>
          <a:lstStyle/>
          <a:p>
            <a:pPr marL="182563" indent="-182563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Утвердить инвестиционный бюджет и открыть финансирование </a:t>
            </a:r>
            <a:r>
              <a:rPr lang="ru-RU" sz="1600" b="1" dirty="0"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11 948 тыс. руб. </a:t>
            </a:r>
            <a:r>
              <a:rPr lang="ru-RU" sz="1600" dirty="0"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без НДС, в т.ч.:</a:t>
            </a:r>
          </a:p>
          <a:p>
            <a:pPr marL="1096963" lvl="2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3"/>
                </a:solidFill>
                <a:highlight>
                  <a:srgbClr val="FFFF00"/>
                </a:highlight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10 948 САРЕХ ФОТ  тыс. руб. </a:t>
            </a:r>
          </a:p>
          <a:p>
            <a:pPr marL="1096963" lvl="2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3"/>
                </a:solidFill>
                <a:highlight>
                  <a:srgbClr val="FFFF00"/>
                </a:highlight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0 ОРЕХ ФОТ  тыс. руб.</a:t>
            </a:r>
          </a:p>
          <a:p>
            <a:pPr marL="1096963" lvl="2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3"/>
                </a:solidFill>
                <a:highlight>
                  <a:srgbClr val="FFFF00"/>
                </a:highlight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1 000 ИТ-оборудование тыс. руб. </a:t>
            </a:r>
          </a:p>
          <a:p>
            <a:pPr marL="182563" lvl="1" indent="-182563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Утвердить источник финансирования – бюджет ТСЧ, </a:t>
            </a:r>
            <a:r>
              <a:rPr lang="ru-RU" sz="1600" dirty="0">
                <a:highlight>
                  <a:srgbClr val="FFFF00"/>
                </a:highlight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Дирекция ИТ-сервисов, поддержки и инфраструктуры Х5 Технологии</a:t>
            </a:r>
            <a:r>
              <a:rPr lang="ru-RU" sz="1600" dirty="0"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:</a:t>
            </a:r>
          </a:p>
          <a:p>
            <a:pPr marL="1096963" lvl="2" indent="-182563"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3"/>
                </a:solidFill>
                <a:highlight>
                  <a:srgbClr val="FFFF00"/>
                </a:highlight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10 948 </a:t>
            </a:r>
            <a:r>
              <a:rPr lang="ru-RU" sz="1200" dirty="0">
                <a:solidFill>
                  <a:schemeClr val="accent3"/>
                </a:solidFill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тыс. </a:t>
            </a:r>
            <a:r>
              <a:rPr lang="ru-RU" sz="1200" dirty="0" err="1">
                <a:solidFill>
                  <a:schemeClr val="accent3"/>
                </a:solidFill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руб</a:t>
            </a:r>
            <a:r>
              <a:rPr lang="ru-RU" sz="1200" dirty="0">
                <a:solidFill>
                  <a:schemeClr val="accent3"/>
                </a:solidFill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 запланировать в Бюджете 2026</a:t>
            </a:r>
          </a:p>
          <a:p>
            <a:pPr marL="1096963" lvl="2" indent="-182563"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3"/>
                </a:solidFill>
                <a:highlight>
                  <a:srgbClr val="FFFF00"/>
                </a:highlight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1 000 тыс. </a:t>
            </a:r>
            <a:r>
              <a:rPr lang="ru-RU" sz="1200" dirty="0" err="1">
                <a:solidFill>
                  <a:schemeClr val="accent3"/>
                </a:solidFill>
                <a:highlight>
                  <a:srgbClr val="FFFF00"/>
                </a:highlight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руб</a:t>
            </a:r>
            <a:r>
              <a:rPr lang="ru-RU" sz="1200" dirty="0">
                <a:solidFill>
                  <a:schemeClr val="accent3"/>
                </a:solidFill>
                <a:highlight>
                  <a:srgbClr val="FFFF00"/>
                </a:highlight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  бюджет </a:t>
            </a:r>
            <a:r>
              <a:rPr lang="en-US" sz="1200" dirty="0">
                <a:solidFill>
                  <a:schemeClr val="accent3"/>
                </a:solidFill>
                <a:highlight>
                  <a:srgbClr val="FFFF00"/>
                </a:highlight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X5 Tech</a:t>
            </a:r>
            <a:endParaRPr lang="ru-RU" sz="1200" dirty="0">
              <a:solidFill>
                <a:schemeClr val="accent3"/>
              </a:solidFill>
              <a:latin typeface="X5 Sans" panose="020B0403020203020204" pitchFamily="34" charset="0"/>
              <a:ea typeface="X5 Sans" panose="020B0403020203020204" pitchFamily="34" charset="0"/>
              <a:cs typeface="Segoe UI Semilight" panose="020B0402040204020203" pitchFamily="34" charset="0"/>
            </a:endParaRPr>
          </a:p>
          <a:p>
            <a:pPr marL="1096963" lvl="2" indent="-182563"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3"/>
                </a:solidFill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Финансирование за счет проектного бюджета</a:t>
            </a:r>
          </a:p>
          <a:p>
            <a:pPr marL="182563" lvl="1" indent="-182563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Утвердить </a:t>
            </a:r>
            <a:r>
              <a:rPr lang="en-US" sz="1600" dirty="0"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KPI</a:t>
            </a:r>
            <a:r>
              <a:rPr lang="ru-RU" sz="1600" dirty="0">
                <a:latin typeface="X5 Sans" panose="020B0403020203020204" pitchFamily="34" charset="0"/>
                <a:ea typeface="X5 Sans" panose="020B0403020203020204" pitchFamily="34" charset="0"/>
                <a:cs typeface="Segoe UI Semilight" panose="020B0402040204020203" pitchFamily="34" charset="0"/>
              </a:rPr>
              <a:t> и операционные метрики проекта в соответствии со сл. 5</a:t>
            </a:r>
          </a:p>
        </p:txBody>
      </p:sp>
    </p:spTree>
    <p:extLst>
      <p:ext uri="{BB962C8B-B14F-4D97-AF65-F5344CB8AC3E}">
        <p14:creationId xmlns:p14="http://schemas.microsoft.com/office/powerpoint/2010/main" val="692396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/>
          <p:cNvSpPr/>
          <p:nvPr/>
        </p:nvSpPr>
        <p:spPr>
          <a:xfrm>
            <a:off x="1" y="0"/>
            <a:ext cx="12191999" cy="1459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sp>
        <p:nvSpPr>
          <p:cNvPr id="109" name="Овал 108"/>
          <p:cNvSpPr/>
          <p:nvPr/>
        </p:nvSpPr>
        <p:spPr>
          <a:xfrm>
            <a:off x="11739418" y="124778"/>
            <a:ext cx="298383" cy="2854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pic>
        <p:nvPicPr>
          <p:cNvPr id="103" name="Image 6" descr="preencoded.png">
            <a:extLst>
              <a:ext uri="{FF2B5EF4-FFF2-40B4-BE49-F238E27FC236}">
                <a16:creationId xmlns:a16="http://schemas.microsoft.com/office/drawing/2014/main" id="{C0D168D8-D3AD-4198-910E-D86BDBDE4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2875" y="114300"/>
            <a:ext cx="628650" cy="180975"/>
          </a:xfrm>
          <a:prstGeom prst="rect">
            <a:avLst/>
          </a:prstGeom>
        </p:spPr>
      </p:pic>
      <p:sp>
        <p:nvSpPr>
          <p:cNvPr id="108" name="Номер слайда 4">
            <a:extLst>
              <a:ext uri="{FF2B5EF4-FFF2-40B4-BE49-F238E27FC236}">
                <a16:creationId xmlns:a16="http://schemas.microsoft.com/office/drawing/2014/main" id="{974669CF-F3E2-4B8A-AD19-64D3ED301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9541" y="202668"/>
            <a:ext cx="318135" cy="11864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6FE9D3-F4ED-4A78-AE68-5D32F6CAB728}" type="slidenum">
              <a:rPr kumimoji="0" lang="ru-RU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 Medium" panose="020B0503020203020204" pitchFamily="34" charset="0"/>
              <a:ea typeface="X5 Sans Medium" panose="020B0503020203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22" name="Text 0"/>
          <p:cNvSpPr/>
          <p:nvPr/>
        </p:nvSpPr>
        <p:spPr>
          <a:xfrm>
            <a:off x="447675" y="514350"/>
            <a:ext cx="9524098" cy="47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Segoe UI Semibold" panose="020B0702040204020203" pitchFamily="34" charset="0"/>
              </a:rPr>
              <a:t>Описание текущей ситуации и цели проекта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5BCF981-3EF4-477D-89F8-B5D7D7A0B9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203" y="1650812"/>
            <a:ext cx="549272" cy="5492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267CA2-66A1-4E1B-BDE8-9021230DE0AB}"/>
              </a:ext>
            </a:extLst>
          </p:cNvPr>
          <p:cNvSpPr txBox="1"/>
          <p:nvPr/>
        </p:nvSpPr>
        <p:spPr>
          <a:xfrm>
            <a:off x="1002116" y="1725393"/>
            <a:ext cx="1038121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X5 Sans Light (Основной текст)"/>
                <a:ea typeface="X5 Sans" panose="020B0403020203020204" pitchFamily="34" charset="0"/>
              </a:rPr>
              <a:t>Цели проекта:</a:t>
            </a:r>
          </a:p>
          <a:p>
            <a:endParaRPr lang="ru-RU" dirty="0">
              <a:latin typeface="X5 Sans Light (Основной текст)"/>
              <a:ea typeface="X5 Sans" panose="020B0403020203020204" pitchFamily="34" charset="0"/>
            </a:endParaRPr>
          </a:p>
          <a:p>
            <a:pPr marL="457200" indent="-457200">
              <a:buAutoNum type="arabicPeriod"/>
            </a:pPr>
            <a:r>
              <a:rPr lang="ru-RU" dirty="0">
                <a:latin typeface="X5 Sans Light (Основной текст)"/>
                <a:ea typeface="X5 Sans" panose="020B0403020203020204" pitchFamily="34" charset="0"/>
              </a:rPr>
              <a:t>Автоматизация процесса подготовки и согласования документов для утверждения проекта магазина</a:t>
            </a:r>
          </a:p>
          <a:p>
            <a:pPr marL="457200" indent="-457200">
              <a:buAutoNum type="arabicPeriod"/>
            </a:pPr>
            <a:r>
              <a:rPr lang="ru-RU" dirty="0">
                <a:latin typeface="X5 Sans Light (Основной текст)"/>
                <a:ea typeface="X5 Sans" panose="020B0403020203020204" pitchFamily="34" charset="0"/>
              </a:rPr>
              <a:t>Прозрачность процесса, формирование цифрового следа</a:t>
            </a:r>
          </a:p>
          <a:p>
            <a:pPr marL="457200" indent="-457200">
              <a:buAutoNum type="arabicPeriod"/>
            </a:pPr>
            <a:r>
              <a:rPr lang="ru-RU" dirty="0">
                <a:latin typeface="X5 Sans Light (Основной текст)"/>
                <a:ea typeface="X5 Sans" panose="020B0403020203020204" pitchFamily="34" charset="0"/>
              </a:rPr>
              <a:t>Единое цифровое хранилище документов по объектам</a:t>
            </a:r>
            <a:endParaRPr lang="en-US" dirty="0">
              <a:latin typeface="X5 Sans Light (Основной текст)"/>
              <a:ea typeface="X5 Sans" panose="020B0403020203020204" pitchFamily="34" charset="0"/>
            </a:endParaRPr>
          </a:p>
          <a:p>
            <a:pPr marL="457200" indent="-457200">
              <a:buAutoNum type="arabicPeriod"/>
            </a:pPr>
            <a:r>
              <a:rPr lang="ru-RU" dirty="0">
                <a:latin typeface="X5 Sans Light (Основной текст)"/>
                <a:ea typeface="X5 Sans" panose="020B0403020203020204" pitchFamily="34" charset="0"/>
              </a:rPr>
              <a:t>Анализ </a:t>
            </a:r>
            <a:r>
              <a:rPr lang="en-US" dirty="0">
                <a:latin typeface="X5 Sans Light (Основной текст)"/>
                <a:ea typeface="X5 Sans" panose="020B0403020203020204" pitchFamily="34" charset="0"/>
              </a:rPr>
              <a:t>SLA</a:t>
            </a:r>
          </a:p>
          <a:p>
            <a:pPr marL="457200" indent="-457200">
              <a:buAutoNum type="arabicPeriod"/>
            </a:pPr>
            <a:r>
              <a:rPr lang="ru-RU" dirty="0">
                <a:latin typeface="X5 Sans Light (Основной текст)"/>
                <a:ea typeface="X5 Sans" panose="020B0403020203020204" pitchFamily="34" charset="0"/>
              </a:rPr>
              <a:t>Сокращение сроков согласования и объектов</a:t>
            </a:r>
          </a:p>
          <a:p>
            <a:pPr marL="457200" indent="-457200">
              <a:buAutoNum type="arabicPeriod"/>
            </a:pPr>
            <a:endParaRPr lang="ru-RU" dirty="0">
              <a:latin typeface="X5 Sans Light (Основной текст)"/>
              <a:ea typeface="X5 Sans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163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Прямоугольник 134">
            <a:extLst>
              <a:ext uri="{FF2B5EF4-FFF2-40B4-BE49-F238E27FC236}">
                <a16:creationId xmlns:a16="http://schemas.microsoft.com/office/drawing/2014/main" id="{37930097-75F7-4B6A-B039-0D309228EE5C}"/>
              </a:ext>
            </a:extLst>
          </p:cNvPr>
          <p:cNvSpPr/>
          <p:nvPr/>
        </p:nvSpPr>
        <p:spPr>
          <a:xfrm>
            <a:off x="2181222" y="3807874"/>
            <a:ext cx="9378000" cy="318569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4" name="Прямоугольник 68">
            <a:extLst>
              <a:ext uri="{FF2B5EF4-FFF2-40B4-BE49-F238E27FC236}">
                <a16:creationId xmlns:a16="http://schemas.microsoft.com/office/drawing/2014/main" id="{B2524DE9-4F7E-485A-98EF-2809E54EEC37}"/>
              </a:ext>
            </a:extLst>
          </p:cNvPr>
          <p:cNvSpPr/>
          <p:nvPr/>
        </p:nvSpPr>
        <p:spPr>
          <a:xfrm>
            <a:off x="2207194" y="3267795"/>
            <a:ext cx="9378000" cy="38575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4" name="Прямоугольник 134">
            <a:extLst>
              <a:ext uri="{FF2B5EF4-FFF2-40B4-BE49-F238E27FC236}">
                <a16:creationId xmlns:a16="http://schemas.microsoft.com/office/drawing/2014/main" id="{495DBE0C-92F1-40E0-8768-3622B4C64353}"/>
              </a:ext>
            </a:extLst>
          </p:cNvPr>
          <p:cNvSpPr/>
          <p:nvPr/>
        </p:nvSpPr>
        <p:spPr>
          <a:xfrm>
            <a:off x="2207194" y="2646710"/>
            <a:ext cx="9378000" cy="46800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9" name="Овал 108"/>
          <p:cNvSpPr/>
          <p:nvPr/>
        </p:nvSpPr>
        <p:spPr>
          <a:xfrm>
            <a:off x="11739418" y="124778"/>
            <a:ext cx="298383" cy="2854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sp>
        <p:nvSpPr>
          <p:cNvPr id="108" name="Номер слайда 4">
            <a:extLst>
              <a:ext uri="{FF2B5EF4-FFF2-40B4-BE49-F238E27FC236}">
                <a16:creationId xmlns:a16="http://schemas.microsoft.com/office/drawing/2014/main" id="{974669CF-F3E2-4B8A-AD19-64D3ED301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9541" y="202668"/>
            <a:ext cx="318135" cy="11864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6FE9D3-F4ED-4A78-AE68-5D32F6CAB728}" type="slidenum">
              <a:rPr kumimoji="0" lang="ru-RU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 Medium" panose="020B0503020203020204" pitchFamily="34" charset="0"/>
              <a:ea typeface="X5 Sans Medium" panose="020B0503020203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22" name="Text 0"/>
          <p:cNvSpPr/>
          <p:nvPr/>
        </p:nvSpPr>
        <p:spPr>
          <a:xfrm>
            <a:off x="209307" y="350437"/>
            <a:ext cx="9524098" cy="47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-113" normalizeH="0" baseline="0" noProof="0" dirty="0">
                <a:ln>
                  <a:noFill/>
                </a:ln>
                <a:solidFill>
                  <a:srgbClr val="222429"/>
                </a:solidFill>
                <a:effectLst/>
                <a:highlight>
                  <a:srgbClr val="FFFF00"/>
                </a:highlight>
                <a:uLnTx/>
                <a:uFillTx/>
                <a:latin typeface="X5 Sans Medium" pitchFamily="34" charset="0"/>
                <a:ea typeface="X5 Sans Medium" pitchFamily="34" charset="-122"/>
                <a:cs typeface="X5 Sans Medium" pitchFamily="34" charset="-120"/>
              </a:rPr>
              <a:t>Структура</a:t>
            </a:r>
            <a:r>
              <a:rPr kumimoji="0" lang="en-US" sz="2800" b="0" i="0" u="none" strike="noStrike" kern="0" cap="none" spc="-113" normalizeH="0" baseline="0" noProof="0" dirty="0">
                <a:ln>
                  <a:noFill/>
                </a:ln>
                <a:solidFill>
                  <a:srgbClr val="222429"/>
                </a:solidFill>
                <a:effectLst/>
                <a:highlight>
                  <a:srgbClr val="FFFF00"/>
                </a:highlight>
                <a:uLnTx/>
                <a:uFillTx/>
                <a:latin typeface="X5 Sans Medium" pitchFamily="34" charset="0"/>
                <a:ea typeface="X5 Sans Medium" pitchFamily="34" charset="-122"/>
                <a:cs typeface="X5 Sans Medium" pitchFamily="34" charset="-120"/>
              </a:rPr>
              <a:t> </a:t>
            </a:r>
            <a:r>
              <a:rPr kumimoji="0" lang="ru-RU" sz="2800" b="0" i="0" u="none" strike="noStrike" kern="0" cap="none" spc="-113" normalizeH="0" baseline="0" noProof="0" dirty="0">
                <a:ln>
                  <a:noFill/>
                </a:ln>
                <a:solidFill>
                  <a:srgbClr val="222429"/>
                </a:solidFill>
                <a:effectLst/>
                <a:highlight>
                  <a:srgbClr val="FFFF00"/>
                </a:highlight>
                <a:uLnTx/>
                <a:uFillTx/>
                <a:latin typeface="X5 Sans Medium" pitchFamily="34" charset="0"/>
                <a:ea typeface="X5 Sans Medium" pitchFamily="34" charset="-122"/>
                <a:cs typeface="X5 Sans Medium" pitchFamily="34" charset="-120"/>
              </a:rPr>
              <a:t>Бюджета </a:t>
            </a:r>
          </a:p>
        </p:txBody>
      </p:sp>
      <p:cxnSp>
        <p:nvCxnSpPr>
          <p:cNvPr id="213" name="Прямая соединительная линия 212"/>
          <p:cNvCxnSpPr/>
          <p:nvPr/>
        </p:nvCxnSpPr>
        <p:spPr>
          <a:xfrm flipH="1" flipV="1">
            <a:off x="283571" y="1255800"/>
            <a:ext cx="11189211" cy="13574"/>
          </a:xfrm>
          <a:prstGeom prst="line">
            <a:avLst/>
          </a:prstGeom>
          <a:noFill/>
          <a:ln w="6350" cap="flat" cmpd="sng" algn="ctr">
            <a:solidFill>
              <a:srgbClr val="191923"/>
            </a:solidFill>
            <a:prstDash val="solid"/>
            <a:miter lim="800000"/>
          </a:ln>
          <a:effectLst/>
        </p:spPr>
      </p:cxnSp>
      <p:sp>
        <p:nvSpPr>
          <p:cNvPr id="222" name="TextBox 221"/>
          <p:cNvSpPr txBox="1"/>
          <p:nvPr/>
        </p:nvSpPr>
        <p:spPr>
          <a:xfrm>
            <a:off x="5785825" y="807709"/>
            <a:ext cx="2094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1600" b="1" dirty="0">
                <a:solidFill>
                  <a:srgbClr val="191923"/>
                </a:solidFill>
                <a:latin typeface="X5 Sans Light" panose="020B0303020203020204" pitchFamily="34" charset="0"/>
                <a:ea typeface="X5 Sans Light" panose="020B0303020203020204" pitchFamily="34" charset="0"/>
                <a:cs typeface="Segoe UI Semilight" panose="020B0402040204020203" pitchFamily="34" charset="0"/>
              </a:rPr>
              <a:t>2026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141505" y="807709"/>
            <a:ext cx="16730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1600" b="1" dirty="0">
                <a:solidFill>
                  <a:srgbClr val="191923"/>
                </a:solidFill>
                <a:latin typeface="X5 Sans Light" panose="020B0303020203020204" pitchFamily="34" charset="0"/>
                <a:ea typeface="X5 Sans Light" panose="020B0303020203020204" pitchFamily="34" charset="0"/>
                <a:cs typeface="Segoe UI Semilight" panose="020B0402040204020203" pitchFamily="34" charset="0"/>
              </a:rPr>
              <a:t>Итого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3714538" y="684599"/>
            <a:ext cx="2415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1600" b="1" dirty="0">
                <a:solidFill>
                  <a:srgbClr val="191923"/>
                </a:solidFill>
                <a:latin typeface="X5 Sans Light" panose="020B0303020203020204" pitchFamily="34" charset="0"/>
                <a:ea typeface="X5 Sans Light" panose="020B0303020203020204" pitchFamily="34" charset="0"/>
                <a:cs typeface="Segoe UI Semilight" panose="020B0402040204020203" pitchFamily="34" charset="0"/>
              </a:rPr>
              <a:t>Запрашиваемый бюджет </a:t>
            </a:r>
          </a:p>
        </p:txBody>
      </p:sp>
      <p:sp>
        <p:nvSpPr>
          <p:cNvPr id="135" name="Прямоугольник 134"/>
          <p:cNvSpPr/>
          <p:nvPr/>
        </p:nvSpPr>
        <p:spPr>
          <a:xfrm>
            <a:off x="2207194" y="1397622"/>
            <a:ext cx="9378000" cy="46800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263037" y="1379366"/>
            <a:ext cx="17770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rgbClr val="191923"/>
                </a:solidFill>
                <a:ea typeface="X5 Sans Medium" panose="020B0503020203020204" pitchFamily="34" charset="0"/>
                <a:cs typeface="Segoe UI Semilight" panose="020B0402040204020203" pitchFamily="34" charset="0"/>
              </a:rPr>
              <a:t>OPEX</a:t>
            </a:r>
            <a:endParaRPr lang="ru-RU" sz="1400" b="1" dirty="0">
              <a:solidFill>
                <a:srgbClr val="191923"/>
              </a:solidFill>
              <a:ea typeface="X5 Sans Medium" panose="020B0503020203020204" pitchFamily="34" charset="0"/>
              <a:cs typeface="Segoe UI Semilight" panose="020B0402040204020203" pitchFamily="34" charset="0"/>
            </a:endParaRPr>
          </a:p>
          <a:p>
            <a:pPr>
              <a:defRPr/>
            </a:pPr>
            <a:r>
              <a:rPr lang="ru-RU" sz="1200" dirty="0">
                <a:solidFill>
                  <a:srgbClr val="191923"/>
                </a:solidFill>
                <a:ea typeface="X5 Sans Light" panose="020B0303020203020204" pitchFamily="34" charset="0"/>
                <a:cs typeface="Segoe UI Semilight" panose="020B0402040204020203" pitchFamily="34" charset="0"/>
              </a:rPr>
              <a:t>млн руб.</a:t>
            </a:r>
          </a:p>
        </p:txBody>
      </p:sp>
      <p:sp>
        <p:nvSpPr>
          <p:cNvPr id="138" name="Text 24"/>
          <p:cNvSpPr/>
          <p:nvPr/>
        </p:nvSpPr>
        <p:spPr>
          <a:xfrm>
            <a:off x="3069498" y="1464935"/>
            <a:ext cx="104395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3E14"/>
              </a:solidFill>
              <a:effectLst/>
              <a:uLnTx/>
              <a:uFillTx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2806239" y="1462345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1600" dirty="0">
                <a:solidFill>
                  <a:srgbClr val="003E14"/>
                </a:solidFill>
              </a:rPr>
              <a:t>0</a:t>
            </a:r>
            <a:endParaRPr lang="ru-RU" sz="1600" dirty="0">
              <a:solidFill>
                <a:srgbClr val="003E14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649711" y="1462345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1600" dirty="0">
                <a:solidFill>
                  <a:srgbClr val="003E14"/>
                </a:solidFill>
              </a:rPr>
              <a:t>0</a:t>
            </a:r>
            <a:endParaRPr lang="ru-RU" sz="1600" dirty="0">
              <a:solidFill>
                <a:srgbClr val="003E14"/>
              </a:solidFill>
            </a:endParaRPr>
          </a:p>
        </p:txBody>
      </p:sp>
      <p:sp>
        <p:nvSpPr>
          <p:cNvPr id="154" name="Text 24"/>
          <p:cNvSpPr/>
          <p:nvPr/>
        </p:nvSpPr>
        <p:spPr>
          <a:xfrm>
            <a:off x="3038256" y="1464935"/>
            <a:ext cx="104395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3E14"/>
              </a:solidFill>
              <a:effectLst/>
              <a:uLnTx/>
              <a:uFillTx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6599929" y="1462345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1600" dirty="0">
                <a:solidFill>
                  <a:srgbClr val="003E14"/>
                </a:solidFill>
              </a:rPr>
              <a:t>0</a:t>
            </a:r>
            <a:endParaRPr lang="ru-RU" sz="1600" dirty="0">
              <a:solidFill>
                <a:srgbClr val="003E14"/>
              </a:solidFill>
            </a:endParaRPr>
          </a:p>
        </p:txBody>
      </p:sp>
      <p:pic>
        <p:nvPicPr>
          <p:cNvPr id="88" name="Image 6" descr="preencoded.png">
            <a:extLst>
              <a:ext uri="{FF2B5EF4-FFF2-40B4-BE49-F238E27FC236}">
                <a16:creationId xmlns:a16="http://schemas.microsoft.com/office/drawing/2014/main" id="{C0D168D8-D3AD-4198-910E-D86BDBDE4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2875" y="114300"/>
            <a:ext cx="628650" cy="180975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3768446" y="6412990"/>
            <a:ext cx="779390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just">
              <a:defRPr/>
            </a:pPr>
            <a:r>
              <a:rPr lang="ru-RU" sz="1000" dirty="0">
                <a:ea typeface="X5 Sans" panose="020B0403020203020204" pitchFamily="34" charset="0"/>
                <a:cs typeface="Segoe UI Semibold" panose="020B0702040204020203" pitchFamily="34" charset="0"/>
              </a:rPr>
              <a:t>* Детализация должностей отражена на слайдах Команда. В бюджет инициативы включается вся основная численность для реализации инициативы на весь необходимый период и численность для ее поддержки </a:t>
            </a:r>
          </a:p>
        </p:txBody>
      </p:sp>
      <p:sp>
        <p:nvSpPr>
          <p:cNvPr id="69" name="Прямоугольник 68"/>
          <p:cNvSpPr/>
          <p:nvPr/>
        </p:nvSpPr>
        <p:spPr>
          <a:xfrm>
            <a:off x="2207194" y="2020866"/>
            <a:ext cx="9378000" cy="46800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88420" y="2020866"/>
            <a:ext cx="1667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srgbClr val="191923"/>
                </a:solidFill>
                <a:ea typeface="X5 Sans Medium" panose="020B0503020203020204" pitchFamily="34" charset="0"/>
                <a:cs typeface="Segoe UI Semilight" panose="020B0402040204020203" pitchFamily="34" charset="0"/>
              </a:rPr>
              <a:t>ФОТ</a:t>
            </a:r>
            <a:r>
              <a:rPr lang="ru-RU" sz="1400" dirty="0">
                <a:solidFill>
                  <a:srgbClr val="FF0000"/>
                </a:solidFill>
                <a:ea typeface="X5 Sans Medium" panose="020B0503020203020204" pitchFamily="34" charset="0"/>
                <a:cs typeface="Segoe UI Semilight" panose="020B0402040204020203" pitchFamily="34" charset="0"/>
              </a:rPr>
              <a:t>*</a:t>
            </a:r>
          </a:p>
          <a:p>
            <a:pPr>
              <a:defRPr/>
            </a:pPr>
            <a:r>
              <a:rPr lang="ru-RU" sz="1200" dirty="0">
                <a:solidFill>
                  <a:srgbClr val="191923"/>
                </a:solidFill>
                <a:ea typeface="X5 Sans Light" panose="020B0303020203020204" pitchFamily="34" charset="0"/>
                <a:cs typeface="Segoe UI Semilight" panose="020B0402040204020203" pitchFamily="34" charset="0"/>
              </a:rPr>
              <a:t>млн руб.</a:t>
            </a:r>
            <a:r>
              <a:rPr lang="ru-RU" sz="1400" dirty="0">
                <a:solidFill>
                  <a:srgbClr val="191923"/>
                </a:solidFill>
                <a:ea typeface="X5 Sans Medium" panose="020B0503020203020204" pitchFamily="34" charset="0"/>
                <a:cs typeface="Segoe UI Semilight" panose="020B0402040204020203" pitchFamily="34" charset="0"/>
              </a:rPr>
              <a:t> </a:t>
            </a:r>
            <a:endParaRPr lang="ru-RU" sz="1400" dirty="0">
              <a:solidFill>
                <a:srgbClr val="191923"/>
              </a:solidFill>
              <a:ea typeface="X5 Sans Light" panose="020B030302020302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834958" y="2085589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1600" dirty="0">
                <a:solidFill>
                  <a:srgbClr val="003E14"/>
                </a:solidFill>
              </a:rPr>
              <a:t>0</a:t>
            </a:r>
            <a:endParaRPr lang="ru-RU" sz="1600" dirty="0">
              <a:solidFill>
                <a:srgbClr val="003E14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675528" y="2085589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rgbClr val="003E14"/>
                </a:solidFill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25746" y="2085589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rgbClr val="003E14"/>
                </a:solidFill>
              </a:rPr>
              <a:t>0</a:t>
            </a:r>
          </a:p>
        </p:txBody>
      </p:sp>
      <p:cxnSp>
        <p:nvCxnSpPr>
          <p:cNvPr id="85" name="Прямая соединительная линия 84"/>
          <p:cNvCxnSpPr/>
          <p:nvPr/>
        </p:nvCxnSpPr>
        <p:spPr>
          <a:xfrm flipH="1">
            <a:off x="314481" y="2552161"/>
            <a:ext cx="11226140" cy="1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cxnSp>
        <p:nvCxnSpPr>
          <p:cNvPr id="86" name="Прямая соединительная линия 85"/>
          <p:cNvCxnSpPr/>
          <p:nvPr/>
        </p:nvCxnSpPr>
        <p:spPr>
          <a:xfrm flipH="1">
            <a:off x="314481" y="1933010"/>
            <a:ext cx="11226140" cy="1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cxnSp>
        <p:nvCxnSpPr>
          <p:cNvPr id="73" name="Прямая соединительная линия 72"/>
          <p:cNvCxnSpPr>
            <a:cxnSpLocks/>
          </p:cNvCxnSpPr>
          <p:nvPr/>
        </p:nvCxnSpPr>
        <p:spPr>
          <a:xfrm flipH="1" flipV="1">
            <a:off x="3769768" y="788477"/>
            <a:ext cx="26571" cy="375689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dash"/>
            <a:miter lim="800000"/>
          </a:ln>
          <a:effectLst/>
        </p:spPr>
      </p:cxnSp>
      <p:cxnSp>
        <p:nvCxnSpPr>
          <p:cNvPr id="123" name="Прямая соединительная линия 122"/>
          <p:cNvCxnSpPr>
            <a:cxnSpLocks/>
          </p:cNvCxnSpPr>
          <p:nvPr/>
        </p:nvCxnSpPr>
        <p:spPr>
          <a:xfrm flipH="1" flipV="1">
            <a:off x="6076933" y="788477"/>
            <a:ext cx="45429" cy="375689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dash"/>
            <a:miter lim="800000"/>
          </a:ln>
          <a:effectLst/>
        </p:spPr>
      </p:cxnSp>
      <p:cxnSp>
        <p:nvCxnSpPr>
          <p:cNvPr id="124" name="Прямая соединительная линия 123"/>
          <p:cNvCxnSpPr>
            <a:cxnSpLocks/>
          </p:cNvCxnSpPr>
          <p:nvPr/>
        </p:nvCxnSpPr>
        <p:spPr>
          <a:xfrm flipH="1" flipV="1">
            <a:off x="7697462" y="788477"/>
            <a:ext cx="34659" cy="375689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dash"/>
            <a:miter lim="800000"/>
          </a:ln>
          <a:effectLst/>
        </p:spPr>
      </p:cxnSp>
      <p:cxnSp>
        <p:nvCxnSpPr>
          <p:cNvPr id="125" name="Прямая соединительная линия 124"/>
          <p:cNvCxnSpPr>
            <a:cxnSpLocks/>
          </p:cNvCxnSpPr>
          <p:nvPr/>
        </p:nvCxnSpPr>
        <p:spPr>
          <a:xfrm flipH="1" flipV="1">
            <a:off x="9559114" y="788477"/>
            <a:ext cx="46369" cy="375689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dash"/>
            <a:miter lim="800000"/>
          </a:ln>
          <a:effectLst/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5621789-C3DC-4BA9-B95E-2C47164598D9}"/>
              </a:ext>
            </a:extLst>
          </p:cNvPr>
          <p:cNvSpPr txBox="1"/>
          <p:nvPr/>
        </p:nvSpPr>
        <p:spPr>
          <a:xfrm>
            <a:off x="209307" y="2646710"/>
            <a:ext cx="17770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b="1" dirty="0">
                <a:solidFill>
                  <a:srgbClr val="191923"/>
                </a:solidFill>
                <a:ea typeface="X5 Sans Medium" panose="020B0503020203020204" pitchFamily="34" charset="0"/>
                <a:cs typeface="Segoe UI Semilight" panose="020B0402040204020203" pitchFamily="34" charset="0"/>
              </a:rPr>
              <a:t>САРЕХ</a:t>
            </a:r>
          </a:p>
          <a:p>
            <a:pPr>
              <a:defRPr/>
            </a:pPr>
            <a:r>
              <a:rPr lang="ru-RU" sz="1200" dirty="0">
                <a:solidFill>
                  <a:srgbClr val="191923"/>
                </a:solidFill>
                <a:ea typeface="X5 Sans Light" panose="020B0303020203020204" pitchFamily="34" charset="0"/>
                <a:cs typeface="Segoe UI Semilight" panose="020B0402040204020203" pitchFamily="34" charset="0"/>
              </a:rPr>
              <a:t>млн руб.</a:t>
            </a:r>
          </a:p>
        </p:txBody>
      </p:sp>
      <p:sp>
        <p:nvSpPr>
          <p:cNvPr id="46" name="Text 24">
            <a:extLst>
              <a:ext uri="{FF2B5EF4-FFF2-40B4-BE49-F238E27FC236}">
                <a16:creationId xmlns:a16="http://schemas.microsoft.com/office/drawing/2014/main" id="{8031FE3E-A50C-43B5-A07A-1387032B162E}"/>
              </a:ext>
            </a:extLst>
          </p:cNvPr>
          <p:cNvSpPr/>
          <p:nvPr/>
        </p:nvSpPr>
        <p:spPr>
          <a:xfrm>
            <a:off x="3069498" y="2714023"/>
            <a:ext cx="104395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3E14"/>
              </a:solidFill>
              <a:effectLst/>
              <a:uLnTx/>
              <a:uFillTx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8F8083-89C7-4248-A489-63C0C968D5C1}"/>
              </a:ext>
            </a:extLst>
          </p:cNvPr>
          <p:cNvSpPr txBox="1"/>
          <p:nvPr/>
        </p:nvSpPr>
        <p:spPr>
          <a:xfrm>
            <a:off x="2806239" y="271143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1600" dirty="0">
                <a:solidFill>
                  <a:srgbClr val="003E14"/>
                </a:solidFill>
              </a:rPr>
              <a:t>11 948</a:t>
            </a:r>
            <a:endParaRPr lang="ru-RU" sz="1600" dirty="0">
              <a:solidFill>
                <a:srgbClr val="003E14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0E6A34-B12A-4C0B-8C2B-559F1EA06DC3}"/>
              </a:ext>
            </a:extLst>
          </p:cNvPr>
          <p:cNvSpPr txBox="1"/>
          <p:nvPr/>
        </p:nvSpPr>
        <p:spPr>
          <a:xfrm>
            <a:off x="4649711" y="271143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1600" dirty="0">
                <a:solidFill>
                  <a:srgbClr val="003E14"/>
                </a:solidFill>
              </a:rPr>
              <a:t>11 948</a:t>
            </a:r>
            <a:endParaRPr lang="ru-RU" sz="1600" dirty="0">
              <a:solidFill>
                <a:srgbClr val="003E14"/>
              </a:solidFill>
            </a:endParaRPr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A973193F-9B4D-4693-A95F-B105590D8D66}"/>
              </a:ext>
            </a:extLst>
          </p:cNvPr>
          <p:cNvSpPr/>
          <p:nvPr/>
        </p:nvSpPr>
        <p:spPr>
          <a:xfrm>
            <a:off x="3038256" y="2714023"/>
            <a:ext cx="104395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3E14"/>
              </a:solidFill>
              <a:effectLst/>
              <a:uLnTx/>
              <a:uFillTx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BF48B9-B7E3-4206-A0E3-A6EE5EF1B39E}"/>
              </a:ext>
            </a:extLst>
          </p:cNvPr>
          <p:cNvSpPr txBox="1"/>
          <p:nvPr/>
        </p:nvSpPr>
        <p:spPr>
          <a:xfrm>
            <a:off x="6599929" y="271143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1600" dirty="0">
                <a:solidFill>
                  <a:srgbClr val="003E14"/>
                </a:solidFill>
              </a:rPr>
              <a:t>11 948</a:t>
            </a:r>
            <a:endParaRPr lang="ru-RU" sz="1600" dirty="0">
              <a:solidFill>
                <a:srgbClr val="003E14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ED3EA1-D871-45B5-91E7-45BB002B52B0}"/>
              </a:ext>
            </a:extLst>
          </p:cNvPr>
          <p:cNvSpPr txBox="1"/>
          <p:nvPr/>
        </p:nvSpPr>
        <p:spPr>
          <a:xfrm>
            <a:off x="388420" y="3280053"/>
            <a:ext cx="1900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srgbClr val="191923"/>
                </a:solidFill>
                <a:ea typeface="X5 Sans Medium" panose="020B0503020203020204" pitchFamily="34" charset="0"/>
                <a:cs typeface="Segoe UI Semilight" panose="020B0402040204020203" pitchFamily="34" charset="0"/>
              </a:rPr>
              <a:t>ФОТ БЕ Тех</a:t>
            </a:r>
            <a:endParaRPr lang="ru-RU" sz="1400" dirty="0">
              <a:solidFill>
                <a:srgbClr val="191923"/>
              </a:solidFill>
              <a:ea typeface="X5 Sans Light" panose="020B030302020302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36D4C6-03FE-4744-9B5F-D502AC0AAF23}"/>
              </a:ext>
            </a:extLst>
          </p:cNvPr>
          <p:cNvSpPr txBox="1"/>
          <p:nvPr/>
        </p:nvSpPr>
        <p:spPr>
          <a:xfrm>
            <a:off x="2733334" y="3357621"/>
            <a:ext cx="769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1600" dirty="0">
                <a:solidFill>
                  <a:srgbClr val="003E14"/>
                </a:solidFill>
              </a:rPr>
              <a:t>4 788</a:t>
            </a:r>
            <a:endParaRPr lang="ru-RU" sz="1600" dirty="0">
              <a:solidFill>
                <a:srgbClr val="003E14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ED0783-8318-45D9-A30D-AFCBB7786953}"/>
              </a:ext>
            </a:extLst>
          </p:cNvPr>
          <p:cNvSpPr txBox="1"/>
          <p:nvPr/>
        </p:nvSpPr>
        <p:spPr>
          <a:xfrm>
            <a:off x="4675528" y="3296423"/>
            <a:ext cx="769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1600" dirty="0">
                <a:solidFill>
                  <a:srgbClr val="003E14"/>
                </a:solidFill>
              </a:rPr>
              <a:t>4 788</a:t>
            </a:r>
            <a:endParaRPr lang="ru-RU" sz="1600" dirty="0">
              <a:solidFill>
                <a:srgbClr val="003E14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2A7298-789D-4423-A01D-3E8C7D85ABD4}"/>
              </a:ext>
            </a:extLst>
          </p:cNvPr>
          <p:cNvSpPr txBox="1"/>
          <p:nvPr/>
        </p:nvSpPr>
        <p:spPr>
          <a:xfrm>
            <a:off x="6625746" y="3334492"/>
            <a:ext cx="769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1600" dirty="0">
                <a:solidFill>
                  <a:srgbClr val="003E14"/>
                </a:solidFill>
              </a:rPr>
              <a:t>4 788</a:t>
            </a:r>
            <a:endParaRPr lang="ru-RU" sz="1600" dirty="0">
              <a:solidFill>
                <a:srgbClr val="003E14"/>
              </a:solidFill>
            </a:endParaRPr>
          </a:p>
        </p:txBody>
      </p:sp>
      <p:cxnSp>
        <p:nvCxnSpPr>
          <p:cNvPr id="61" name="Прямая соединительная линия 84">
            <a:extLst>
              <a:ext uri="{FF2B5EF4-FFF2-40B4-BE49-F238E27FC236}">
                <a16:creationId xmlns:a16="http://schemas.microsoft.com/office/drawing/2014/main" id="{FD7DB744-03C8-4346-B330-489F918CD2A6}"/>
              </a:ext>
            </a:extLst>
          </p:cNvPr>
          <p:cNvCxnSpPr/>
          <p:nvPr/>
        </p:nvCxnSpPr>
        <p:spPr>
          <a:xfrm flipH="1">
            <a:off x="314481" y="3731033"/>
            <a:ext cx="11226140" cy="1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cxnSp>
        <p:nvCxnSpPr>
          <p:cNvPr id="62" name="Прямая соединительная линия 85">
            <a:extLst>
              <a:ext uri="{FF2B5EF4-FFF2-40B4-BE49-F238E27FC236}">
                <a16:creationId xmlns:a16="http://schemas.microsoft.com/office/drawing/2014/main" id="{135F49F4-679E-4CC6-AB69-081CD07B1AAA}"/>
              </a:ext>
            </a:extLst>
          </p:cNvPr>
          <p:cNvCxnSpPr/>
          <p:nvPr/>
        </p:nvCxnSpPr>
        <p:spPr>
          <a:xfrm flipH="1">
            <a:off x="314481" y="3192197"/>
            <a:ext cx="11226140" cy="1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66" name="Text 24">
            <a:extLst>
              <a:ext uri="{FF2B5EF4-FFF2-40B4-BE49-F238E27FC236}">
                <a16:creationId xmlns:a16="http://schemas.microsoft.com/office/drawing/2014/main" id="{85A89065-DB61-4530-BDA5-974123FF00DB}"/>
              </a:ext>
            </a:extLst>
          </p:cNvPr>
          <p:cNvSpPr/>
          <p:nvPr/>
        </p:nvSpPr>
        <p:spPr>
          <a:xfrm>
            <a:off x="3122424" y="4106058"/>
            <a:ext cx="104395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3E14"/>
              </a:solidFill>
              <a:effectLst/>
              <a:uLnTx/>
              <a:uFillTx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5F9A448-FA4B-499B-A81F-54164F277ED5}"/>
              </a:ext>
            </a:extLst>
          </p:cNvPr>
          <p:cNvSpPr txBox="1"/>
          <p:nvPr/>
        </p:nvSpPr>
        <p:spPr>
          <a:xfrm>
            <a:off x="2805780" y="3808207"/>
            <a:ext cx="734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1600" dirty="0">
                <a:solidFill>
                  <a:srgbClr val="003E14"/>
                </a:solidFill>
              </a:rPr>
              <a:t>6 160</a:t>
            </a:r>
            <a:endParaRPr lang="ru-RU" sz="1600" dirty="0">
              <a:solidFill>
                <a:srgbClr val="003E14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FD3966E-8E15-4525-950B-A96A7E996200}"/>
              </a:ext>
            </a:extLst>
          </p:cNvPr>
          <p:cNvSpPr txBox="1"/>
          <p:nvPr/>
        </p:nvSpPr>
        <p:spPr>
          <a:xfrm>
            <a:off x="4692891" y="3809990"/>
            <a:ext cx="734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1600" dirty="0">
                <a:solidFill>
                  <a:srgbClr val="003E14"/>
                </a:solidFill>
              </a:rPr>
              <a:t>6 160</a:t>
            </a:r>
            <a:endParaRPr lang="ru-RU" sz="1600" dirty="0">
              <a:solidFill>
                <a:srgbClr val="003E14"/>
              </a:solidFill>
            </a:endParaRPr>
          </a:p>
        </p:txBody>
      </p:sp>
      <p:sp>
        <p:nvSpPr>
          <p:cNvPr id="78" name="Text 24">
            <a:extLst>
              <a:ext uri="{FF2B5EF4-FFF2-40B4-BE49-F238E27FC236}">
                <a16:creationId xmlns:a16="http://schemas.microsoft.com/office/drawing/2014/main" id="{5B6C62C6-4975-4991-BD50-7318D9B35B67}"/>
              </a:ext>
            </a:extLst>
          </p:cNvPr>
          <p:cNvSpPr/>
          <p:nvPr/>
        </p:nvSpPr>
        <p:spPr>
          <a:xfrm>
            <a:off x="3091182" y="4106058"/>
            <a:ext cx="104395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3E14"/>
              </a:solidFill>
              <a:effectLst/>
              <a:uLnTx/>
              <a:uFillTx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21641E5-DEF7-4A38-AC2A-8DD343DB00DE}"/>
              </a:ext>
            </a:extLst>
          </p:cNvPr>
          <p:cNvSpPr txBox="1"/>
          <p:nvPr/>
        </p:nvSpPr>
        <p:spPr>
          <a:xfrm>
            <a:off x="6634687" y="3819363"/>
            <a:ext cx="734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1600" dirty="0">
                <a:solidFill>
                  <a:srgbClr val="003E14"/>
                </a:solidFill>
              </a:rPr>
              <a:t>6 160</a:t>
            </a:r>
            <a:endParaRPr lang="ru-RU" sz="1600" dirty="0">
              <a:solidFill>
                <a:srgbClr val="003E14"/>
              </a:solidFill>
            </a:endParaRPr>
          </a:p>
        </p:txBody>
      </p:sp>
      <p:cxnSp>
        <p:nvCxnSpPr>
          <p:cNvPr id="93" name="Прямая соединительная линия 84">
            <a:extLst>
              <a:ext uri="{FF2B5EF4-FFF2-40B4-BE49-F238E27FC236}">
                <a16:creationId xmlns:a16="http://schemas.microsoft.com/office/drawing/2014/main" id="{CF4A5C68-DDA5-4390-A579-AB3CD8E133C9}"/>
              </a:ext>
            </a:extLst>
          </p:cNvPr>
          <p:cNvCxnSpPr/>
          <p:nvPr/>
        </p:nvCxnSpPr>
        <p:spPr>
          <a:xfrm flipH="1">
            <a:off x="330454" y="4169073"/>
            <a:ext cx="11226140" cy="1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6304037B-3319-4AAF-ACC0-30613EECB4D7}"/>
              </a:ext>
            </a:extLst>
          </p:cNvPr>
          <p:cNvSpPr txBox="1"/>
          <p:nvPr/>
        </p:nvSpPr>
        <p:spPr>
          <a:xfrm>
            <a:off x="408319" y="3816672"/>
            <a:ext cx="1900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>
                <a:solidFill>
                  <a:srgbClr val="191923"/>
                </a:solidFill>
                <a:ea typeface="X5 Sans Medium" panose="020B0503020203020204" pitchFamily="34" charset="0"/>
                <a:cs typeface="Segoe UI Semilight" panose="020B0402040204020203" pitchFamily="34" charset="0"/>
              </a:rPr>
              <a:t>ФОТ </a:t>
            </a:r>
            <a:r>
              <a:rPr lang="en-US" sz="1400">
                <a:solidFill>
                  <a:srgbClr val="191923"/>
                </a:solidFill>
                <a:ea typeface="X5 Sans Medium" panose="020B0503020203020204" pitchFamily="34" charset="0"/>
                <a:cs typeface="Segoe UI Semilight" panose="020B0402040204020203" pitchFamily="34" charset="0"/>
              </a:rPr>
              <a:t>Outstaff</a:t>
            </a:r>
            <a:endParaRPr lang="ru-RU" sz="1400" dirty="0">
              <a:solidFill>
                <a:srgbClr val="191923"/>
              </a:solidFill>
              <a:ea typeface="X5 Sans Light" panose="020B030302020302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Прямоугольник 134">
            <a:extLst>
              <a:ext uri="{FF2B5EF4-FFF2-40B4-BE49-F238E27FC236}">
                <a16:creationId xmlns:a16="http://schemas.microsoft.com/office/drawing/2014/main" id="{E4F90A6F-CF16-4302-8B7E-5DDD0F70A59E}"/>
              </a:ext>
            </a:extLst>
          </p:cNvPr>
          <p:cNvSpPr/>
          <p:nvPr/>
        </p:nvSpPr>
        <p:spPr>
          <a:xfrm>
            <a:off x="2161323" y="4227359"/>
            <a:ext cx="9378000" cy="318569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" name="Text 24">
            <a:extLst>
              <a:ext uri="{FF2B5EF4-FFF2-40B4-BE49-F238E27FC236}">
                <a16:creationId xmlns:a16="http://schemas.microsoft.com/office/drawing/2014/main" id="{3AA61CFD-66D5-56AB-E627-C8CCAF629E8D}"/>
              </a:ext>
            </a:extLst>
          </p:cNvPr>
          <p:cNvSpPr/>
          <p:nvPr/>
        </p:nvSpPr>
        <p:spPr>
          <a:xfrm>
            <a:off x="3102525" y="4525543"/>
            <a:ext cx="104395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3E14"/>
              </a:solidFill>
              <a:effectLst/>
              <a:uLnTx/>
              <a:uFillTx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A3F34-1439-0F65-DD8E-5759AEEEE194}"/>
              </a:ext>
            </a:extLst>
          </p:cNvPr>
          <p:cNvSpPr txBox="1"/>
          <p:nvPr/>
        </p:nvSpPr>
        <p:spPr>
          <a:xfrm>
            <a:off x="2785881" y="4227692"/>
            <a:ext cx="747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1600" dirty="0">
                <a:solidFill>
                  <a:srgbClr val="003E14"/>
                </a:solidFill>
              </a:rPr>
              <a:t>1 000</a:t>
            </a:r>
            <a:endParaRPr lang="ru-RU" sz="1600" dirty="0">
              <a:solidFill>
                <a:srgbClr val="003E1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B5AABF-4E13-A4C0-F5FF-1EC52E1FE478}"/>
              </a:ext>
            </a:extLst>
          </p:cNvPr>
          <p:cNvSpPr txBox="1"/>
          <p:nvPr/>
        </p:nvSpPr>
        <p:spPr>
          <a:xfrm>
            <a:off x="4672992" y="4229475"/>
            <a:ext cx="747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1600" dirty="0">
                <a:solidFill>
                  <a:srgbClr val="003E14"/>
                </a:solidFill>
              </a:rPr>
              <a:t>1 000</a:t>
            </a:r>
            <a:endParaRPr lang="ru-RU" sz="1600" dirty="0">
              <a:solidFill>
                <a:srgbClr val="003E14"/>
              </a:solidFill>
            </a:endParaRPr>
          </a:p>
        </p:txBody>
      </p:sp>
      <p:sp>
        <p:nvSpPr>
          <p:cNvPr id="7" name="Text 24">
            <a:extLst>
              <a:ext uri="{FF2B5EF4-FFF2-40B4-BE49-F238E27FC236}">
                <a16:creationId xmlns:a16="http://schemas.microsoft.com/office/drawing/2014/main" id="{9FA6B58C-C3AC-3E6C-F07C-FEECE8602EEA}"/>
              </a:ext>
            </a:extLst>
          </p:cNvPr>
          <p:cNvSpPr/>
          <p:nvPr/>
        </p:nvSpPr>
        <p:spPr>
          <a:xfrm>
            <a:off x="3071283" y="4525543"/>
            <a:ext cx="104395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3E14"/>
              </a:solidFill>
              <a:effectLst/>
              <a:uLnTx/>
              <a:uFillTx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5B336-ACED-FCCF-2FC8-174E7803B03E}"/>
              </a:ext>
            </a:extLst>
          </p:cNvPr>
          <p:cNvSpPr txBox="1"/>
          <p:nvPr/>
        </p:nvSpPr>
        <p:spPr>
          <a:xfrm>
            <a:off x="6614788" y="4238848"/>
            <a:ext cx="747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1600" dirty="0">
                <a:solidFill>
                  <a:srgbClr val="003E14"/>
                </a:solidFill>
              </a:rPr>
              <a:t>1 000</a:t>
            </a:r>
            <a:endParaRPr lang="ru-RU" sz="1600" dirty="0">
              <a:solidFill>
                <a:srgbClr val="003E14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AE2CA6-3167-A881-58B6-9242D65E6CF5}"/>
              </a:ext>
            </a:extLst>
          </p:cNvPr>
          <p:cNvSpPr txBox="1"/>
          <p:nvPr/>
        </p:nvSpPr>
        <p:spPr>
          <a:xfrm>
            <a:off x="240863" y="4237590"/>
            <a:ext cx="1958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srgbClr val="191923"/>
                </a:solidFill>
                <a:ea typeface="X5 Sans Medium" panose="020B0503020203020204" pitchFamily="34" charset="0"/>
                <a:cs typeface="Segoe UI Semilight" panose="020B0402040204020203" pitchFamily="34" charset="0"/>
              </a:rPr>
              <a:t>ИТ-инфраструктура</a:t>
            </a:r>
            <a:endParaRPr lang="ru-RU" sz="1400" dirty="0">
              <a:solidFill>
                <a:srgbClr val="191923"/>
              </a:solidFill>
              <a:ea typeface="X5 Sans Light" panose="020B030302020302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C935A3-FC7D-5EDF-D9C4-B281EBC75B8A}"/>
              </a:ext>
            </a:extLst>
          </p:cNvPr>
          <p:cNvSpPr txBox="1"/>
          <p:nvPr/>
        </p:nvSpPr>
        <p:spPr>
          <a:xfrm>
            <a:off x="11035094" y="51866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7488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199488" y="520960"/>
            <a:ext cx="9524098" cy="47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  <a:spcBef>
                <a:spcPts val="600"/>
              </a:spcBef>
              <a:defRPr/>
            </a:pPr>
            <a:r>
              <a:rPr lang="ru-RU" sz="2800" kern="0" spc="-113" dirty="0">
                <a:solidFill>
                  <a:srgbClr val="222429"/>
                </a:solidFill>
                <a:latin typeface="X5 Sans Medium" pitchFamily="34" charset="0"/>
                <a:ea typeface="X5 Sans Medium" pitchFamily="34" charset="-122"/>
                <a:cs typeface="X5 Sans Medium" pitchFamily="34" charset="-120"/>
              </a:rPr>
              <a:t>Операционные метрики / КПЭ проекта</a:t>
            </a:r>
            <a:endParaRPr kumimoji="0" lang="ru-RU" sz="2800" b="0" i="0" u="none" strike="noStrike" kern="0" cap="none" spc="-113" normalizeH="0" baseline="0" noProof="0" dirty="0">
              <a:ln>
                <a:noFill/>
              </a:ln>
              <a:solidFill>
                <a:srgbClr val="222429"/>
              </a:solidFill>
              <a:effectLst/>
              <a:uLnTx/>
              <a:uFillTx/>
              <a:latin typeface="X5 Sans Medium" pitchFamily="34" charset="0"/>
              <a:ea typeface="X5 Sans Medium" pitchFamily="34" charset="-122"/>
              <a:cs typeface="X5 Sans Medium" pitchFamily="34" charset="-120"/>
            </a:endParaRPr>
          </a:p>
        </p:txBody>
      </p:sp>
      <p:sp>
        <p:nvSpPr>
          <p:cNvPr id="147" name="Номер слайда 2">
            <a:extLst>
              <a:ext uri="{FF2B5EF4-FFF2-40B4-BE49-F238E27FC236}">
                <a16:creationId xmlns:a16="http://schemas.microsoft.com/office/drawing/2014/main" id="{84340C4B-DB43-4CAE-AF25-11E660A7ACDA}"/>
              </a:ext>
            </a:extLst>
          </p:cNvPr>
          <p:cNvSpPr txBox="1">
            <a:spLocks/>
          </p:cNvSpPr>
          <p:nvPr/>
        </p:nvSpPr>
        <p:spPr>
          <a:xfrm>
            <a:off x="11792960" y="0"/>
            <a:ext cx="266421" cy="246221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ru-RU"/>
            </a:defPPr>
            <a:lvl1pPr marL="0" algn="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Extrabold"/>
              <a:ea typeface="+mn-ea"/>
              <a:cs typeface="+mn-cs"/>
            </a:endParaRPr>
          </a:p>
        </p:txBody>
      </p:sp>
      <p:sp>
        <p:nvSpPr>
          <p:cNvPr id="109" name="Овал 108"/>
          <p:cNvSpPr/>
          <p:nvPr/>
        </p:nvSpPr>
        <p:spPr>
          <a:xfrm>
            <a:off x="11739418" y="124778"/>
            <a:ext cx="298383" cy="2854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sp>
        <p:nvSpPr>
          <p:cNvPr id="108" name="Номер слайда 4">
            <a:extLst>
              <a:ext uri="{FF2B5EF4-FFF2-40B4-BE49-F238E27FC236}">
                <a16:creationId xmlns:a16="http://schemas.microsoft.com/office/drawing/2014/main" id="{974669CF-F3E2-4B8A-AD19-64D3ED301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9541" y="202668"/>
            <a:ext cx="318135" cy="11864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6FE9D3-F4ED-4A78-AE68-5D32F6CAB728}" type="slidenum">
              <a:rPr kumimoji="0" lang="ru-RU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 Medium" panose="020B0503020203020204" pitchFamily="34" charset="0"/>
              <a:ea typeface="X5 Sans Medium" panose="020B0503020203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83" name="Прямоугольник 82"/>
          <p:cNvSpPr/>
          <p:nvPr/>
        </p:nvSpPr>
        <p:spPr>
          <a:xfrm>
            <a:off x="106374" y="2589369"/>
            <a:ext cx="11194891" cy="10581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 Light" panose="020B0303020203020204" pitchFamily="34" charset="0"/>
              <a:ea typeface="X5 Sans Light" panose="020B0303020203020204" pitchFamily="34" charset="0"/>
            </a:endParaRPr>
          </a:p>
        </p:txBody>
      </p:sp>
      <p:cxnSp>
        <p:nvCxnSpPr>
          <p:cNvPr id="85" name="Прямая соединительная линия 84"/>
          <p:cNvCxnSpPr/>
          <p:nvPr/>
        </p:nvCxnSpPr>
        <p:spPr>
          <a:xfrm flipV="1">
            <a:off x="215226" y="1764251"/>
            <a:ext cx="11635071" cy="27604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695586" y="1173986"/>
            <a:ext cx="1345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b="1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ДАТА ЗАМЕРА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222429"/>
              </a:solidFill>
              <a:effectLst/>
              <a:uLnTx/>
              <a:uFillTx/>
              <a:latin typeface="X5 Sans Light" panose="020B0303020203020204" pitchFamily="34" charset="0"/>
              <a:ea typeface="X5 Sans Light" panose="020B0303020203020204" pitchFamily="34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51577" y="1297096"/>
            <a:ext cx="126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000">
                <a:solidFill>
                  <a:schemeClr val="accent4">
                    <a:lumMod val="75000"/>
                  </a:schemeClr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pPr lvl="0" algn="ctr">
              <a:defRPr/>
            </a:pPr>
            <a:r>
              <a:rPr lang="ru-RU" sz="1600" b="1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Метрика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latin typeface="X5 Sans Light" panose="020B0303020203020204" pitchFamily="34" charset="0"/>
                <a:ea typeface="X5 Sans Light" panose="020B0303020203020204" pitchFamily="34" charset="0"/>
              </a:rPr>
              <a:t>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0135" y="1297096"/>
            <a:ext cx="126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000">
                <a:solidFill>
                  <a:schemeClr val="accent4">
                    <a:lumMod val="75000"/>
                  </a:schemeClr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AS IS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222429"/>
              </a:solidFill>
              <a:effectLst/>
              <a:uLnTx/>
              <a:uFillTx/>
              <a:latin typeface="X5 Sans Light" panose="020B0303020203020204" pitchFamily="34" charset="0"/>
              <a:ea typeface="X5 Sans Light" panose="020B030302020302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882286" y="1294861"/>
            <a:ext cx="2731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000">
                <a:solidFill>
                  <a:schemeClr val="accent4">
                    <a:lumMod val="75000"/>
                  </a:schemeClr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b="1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МЕТОДИКА ЗАМЕРА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222429"/>
              </a:solidFill>
              <a:effectLst/>
              <a:uLnTx/>
              <a:uFillTx/>
              <a:latin typeface="X5 Sans Light" panose="020B0303020203020204" pitchFamily="34" charset="0"/>
              <a:ea typeface="X5 Sans Light" panose="020B0303020203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441435" y="1297096"/>
            <a:ext cx="126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000">
                <a:solidFill>
                  <a:schemeClr val="accent4">
                    <a:lumMod val="75000"/>
                  </a:schemeClr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latin typeface="X5 Sans Light" panose="020B0303020203020204" pitchFamily="34" charset="0"/>
                <a:ea typeface="X5 Sans Light" panose="020B0303020203020204" pitchFamily="34" charset="0"/>
              </a:rPr>
              <a:t>TO BE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222429"/>
              </a:solidFill>
              <a:effectLst/>
              <a:uLnTx/>
              <a:uFillTx/>
              <a:latin typeface="X5 Sans Light" panose="020B0303020203020204" pitchFamily="34" charset="0"/>
              <a:ea typeface="X5 Sans Light" panose="020B0303020203020204" pitchFamily="34" charset="0"/>
            </a:endParaRPr>
          </a:p>
        </p:txBody>
      </p:sp>
      <p:cxnSp>
        <p:nvCxnSpPr>
          <p:cNvPr id="95" name="Прямая соединительная линия 94"/>
          <p:cNvCxnSpPr/>
          <p:nvPr/>
        </p:nvCxnSpPr>
        <p:spPr>
          <a:xfrm>
            <a:off x="3533314" y="1018708"/>
            <a:ext cx="0" cy="5400000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единительная линия 95"/>
          <p:cNvCxnSpPr>
            <a:cxnSpLocks/>
          </p:cNvCxnSpPr>
          <p:nvPr/>
        </p:nvCxnSpPr>
        <p:spPr>
          <a:xfrm>
            <a:off x="6061328" y="1018708"/>
            <a:ext cx="0" cy="5400000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8530002" y="1297096"/>
            <a:ext cx="2446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latin typeface="X5 Sans Light" panose="020B0303020203020204" pitchFamily="34" charset="0"/>
                <a:ea typeface="X5 Sans Light" panose="020B0303020203020204" pitchFamily="34" charset="0"/>
              </a:rPr>
              <a:t>ОТВЕТСТВЕННЫЕ</a:t>
            </a:r>
          </a:p>
        </p:txBody>
      </p:sp>
      <p:cxnSp>
        <p:nvCxnSpPr>
          <p:cNvPr id="101" name="Прямая соединительная линия 100"/>
          <p:cNvCxnSpPr/>
          <p:nvPr/>
        </p:nvCxnSpPr>
        <p:spPr>
          <a:xfrm>
            <a:off x="2227624" y="1046487"/>
            <a:ext cx="0" cy="5127663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88774" y="1992219"/>
            <a:ext cx="1905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latin typeface="X5 Sans Light" panose="020B0303020203020204" pitchFamily="34" charset="0"/>
                <a:ea typeface="X5 Sans Light" panose="020B0303020203020204" pitchFamily="34" charset="0"/>
              </a:rPr>
              <a:t>SLA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latin typeface="X5 Sans Light" panose="020B0303020203020204" pitchFamily="34" charset="0"/>
                <a:ea typeface="X5 Sans Light" panose="020B0303020203020204" pitchFamily="34" charset="0"/>
              </a:rPr>
              <a:t> участников согласования, %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latin typeface="X5 Sans Light" panose="020B0303020203020204" pitchFamily="34" charset="0"/>
                <a:ea typeface="X5 Sans Light" panose="020B0303020203020204" pitchFamily="34" charset="0"/>
              </a:rPr>
              <a:t>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222429"/>
              </a:solidFill>
              <a:effectLst/>
              <a:uLnTx/>
              <a:uFillTx/>
              <a:latin typeface="X5 Sans Light" panose="020B0303020203020204" pitchFamily="34" charset="0"/>
              <a:ea typeface="X5 Sans Light" panose="020B0303020203020204" pitchFamily="34" charset="0"/>
            </a:endParaRPr>
          </a:p>
        </p:txBody>
      </p:sp>
      <p:cxnSp>
        <p:nvCxnSpPr>
          <p:cNvPr id="204" name="Прямая соединительная линия 203"/>
          <p:cNvCxnSpPr/>
          <p:nvPr/>
        </p:nvCxnSpPr>
        <p:spPr>
          <a:xfrm>
            <a:off x="11363764" y="1046487"/>
            <a:ext cx="0" cy="5127663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>
            <a:off x="2338498" y="2018824"/>
            <a:ext cx="1211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нет данных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222429"/>
              </a:solidFill>
              <a:effectLst/>
              <a:uLnTx/>
              <a:uFillTx/>
              <a:latin typeface="X5 Sans Light" panose="020B0303020203020204" pitchFamily="34" charset="0"/>
              <a:ea typeface="X5 Sans Light" panose="020B0303020203020204" pitchFamily="34" charset="0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3782473" y="1992219"/>
            <a:ext cx="7215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latin typeface="X5 Sans Light" panose="020B0303020203020204" pitchFamily="34" charset="0"/>
                <a:ea typeface="X5 Sans Light" panose="020B0303020203020204" pitchFamily="34" charset="0"/>
              </a:rPr>
              <a:t>95%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810354" y="2041285"/>
            <a:ext cx="1206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noProof="0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01</a:t>
            </a:r>
            <a:r>
              <a:rPr lang="en-US" sz="1600" noProof="0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.</a:t>
            </a:r>
            <a:r>
              <a:rPr lang="ru-RU" sz="1600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04</a:t>
            </a:r>
            <a:r>
              <a:rPr lang="en-US" sz="1600" noProof="0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.</a:t>
            </a:r>
            <a:r>
              <a:rPr lang="ru-RU" sz="1600" noProof="0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27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222429"/>
              </a:solidFill>
              <a:effectLst/>
              <a:uLnTx/>
              <a:uFillTx/>
              <a:latin typeface="X5 Sans Light" panose="020B0303020203020204" pitchFamily="34" charset="0"/>
              <a:ea typeface="X5 Sans Light" panose="020B0303020203020204" pitchFamily="34" charset="0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6230483" y="1918174"/>
            <a:ext cx="2257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ru-RU" sz="1400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Выгрузка отчета из системы</a:t>
            </a:r>
          </a:p>
        </p:txBody>
      </p:sp>
      <p:cxnSp>
        <p:nvCxnSpPr>
          <p:cNvPr id="343" name="Прямая соединительная линия 342"/>
          <p:cNvCxnSpPr>
            <a:cxnSpLocks/>
          </p:cNvCxnSpPr>
          <p:nvPr/>
        </p:nvCxnSpPr>
        <p:spPr>
          <a:xfrm>
            <a:off x="4673224" y="1018708"/>
            <a:ext cx="0" cy="5400000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8979006" y="1914038"/>
            <a:ext cx="2197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latin typeface="X5 Sans Light" panose="020B0303020203020204" pitchFamily="34" charset="0"/>
                <a:ea typeface="X5 Sans Light" panose="020B0303020203020204" pitchFamily="34" charset="0"/>
              </a:rPr>
              <a:t>Дирекция по развитию</a:t>
            </a:r>
          </a:p>
        </p:txBody>
      </p:sp>
      <p:pic>
        <p:nvPicPr>
          <p:cNvPr id="110" name="Image 6" descr="preencoded.png">
            <a:extLst>
              <a:ext uri="{FF2B5EF4-FFF2-40B4-BE49-F238E27FC236}">
                <a16:creationId xmlns:a16="http://schemas.microsoft.com/office/drawing/2014/main" id="{C0D168D8-D3AD-4198-910E-D86BDBDE4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2875" y="114300"/>
            <a:ext cx="628650" cy="180975"/>
          </a:xfrm>
          <a:prstGeom prst="rect">
            <a:avLst/>
          </a:prstGeom>
        </p:spPr>
      </p:pic>
      <p:cxnSp>
        <p:nvCxnSpPr>
          <p:cNvPr id="70" name="Прямая соединительная линия 100">
            <a:extLst>
              <a:ext uri="{FF2B5EF4-FFF2-40B4-BE49-F238E27FC236}">
                <a16:creationId xmlns:a16="http://schemas.microsoft.com/office/drawing/2014/main" id="{3882765C-C148-4441-BE7D-C411464780CC}"/>
              </a:ext>
            </a:extLst>
          </p:cNvPr>
          <p:cNvCxnSpPr/>
          <p:nvPr/>
        </p:nvCxnSpPr>
        <p:spPr>
          <a:xfrm>
            <a:off x="2227624" y="1018708"/>
            <a:ext cx="0" cy="540000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единительная линия 203">
            <a:extLst>
              <a:ext uri="{FF2B5EF4-FFF2-40B4-BE49-F238E27FC236}">
                <a16:creationId xmlns:a16="http://schemas.microsoft.com/office/drawing/2014/main" id="{3CF62F9E-45C7-475A-9F45-3FEF4238BACB}"/>
              </a:ext>
            </a:extLst>
          </p:cNvPr>
          <p:cNvCxnSpPr/>
          <p:nvPr/>
        </p:nvCxnSpPr>
        <p:spPr>
          <a:xfrm>
            <a:off x="11363764" y="1018708"/>
            <a:ext cx="0" cy="540000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единительная линия 132">
            <a:extLst>
              <a:ext uri="{FF2B5EF4-FFF2-40B4-BE49-F238E27FC236}">
                <a16:creationId xmlns:a16="http://schemas.microsoft.com/office/drawing/2014/main" id="{4B6AED2F-1ED5-41D5-A6C2-79367E560BB6}"/>
              </a:ext>
            </a:extLst>
          </p:cNvPr>
          <p:cNvCxnSpPr/>
          <p:nvPr/>
        </p:nvCxnSpPr>
        <p:spPr>
          <a:xfrm>
            <a:off x="8674378" y="1018708"/>
            <a:ext cx="0" cy="5400000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111661A-1728-49C7-8E00-97C8016BB8EF}"/>
              </a:ext>
            </a:extLst>
          </p:cNvPr>
          <p:cNvSpPr txBox="1"/>
          <p:nvPr/>
        </p:nvSpPr>
        <p:spPr>
          <a:xfrm>
            <a:off x="267846" y="2603085"/>
            <a:ext cx="19644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Срок от создания проекта до утверждения, дней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222429"/>
              </a:solidFill>
              <a:effectLst/>
              <a:uLnTx/>
              <a:uFillTx/>
              <a:latin typeface="X5 Sans Light" panose="020B0303020203020204" pitchFamily="34" charset="0"/>
              <a:ea typeface="X5 Sans Light" panose="020B0303020203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18DC7A-B0F9-448C-8F76-DB34328AA665}"/>
              </a:ext>
            </a:extLst>
          </p:cNvPr>
          <p:cNvSpPr txBox="1"/>
          <p:nvPr/>
        </p:nvSpPr>
        <p:spPr>
          <a:xfrm>
            <a:off x="2652125" y="2849376"/>
            <a:ext cx="7573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54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222429"/>
              </a:solidFill>
              <a:effectLst/>
              <a:uLnTx/>
              <a:uFillTx/>
              <a:latin typeface="X5 Sans Light" panose="020B0303020203020204" pitchFamily="34" charset="0"/>
              <a:ea typeface="X5 Sans Light" panose="020B0303020203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6F7147C-925D-4BDA-96C9-A8FC5784974E}"/>
              </a:ext>
            </a:extLst>
          </p:cNvPr>
          <p:cNvSpPr txBox="1"/>
          <p:nvPr/>
        </p:nvSpPr>
        <p:spPr>
          <a:xfrm>
            <a:off x="3860347" y="2888208"/>
            <a:ext cx="7573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50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222429"/>
              </a:solidFill>
              <a:effectLst/>
              <a:uLnTx/>
              <a:uFillTx/>
              <a:latin typeface="X5 Sans Light" panose="020B0303020203020204" pitchFamily="34" charset="0"/>
              <a:ea typeface="X5 Sans Light" panose="020B0303020203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08930C-867C-4D25-904A-81A85095BEA5}"/>
              </a:ext>
            </a:extLst>
          </p:cNvPr>
          <p:cNvSpPr txBox="1"/>
          <p:nvPr/>
        </p:nvSpPr>
        <p:spPr>
          <a:xfrm>
            <a:off x="4839004" y="2849376"/>
            <a:ext cx="1206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noProof="0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01</a:t>
            </a:r>
            <a:r>
              <a:rPr lang="en-US" sz="1600" noProof="0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.</a:t>
            </a:r>
            <a:r>
              <a:rPr lang="ru-RU" sz="1600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04</a:t>
            </a:r>
            <a:r>
              <a:rPr lang="en-US" sz="1600" noProof="0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.</a:t>
            </a:r>
            <a:r>
              <a:rPr lang="ru-RU" sz="1600" noProof="0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27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222429"/>
              </a:solidFill>
              <a:effectLst/>
              <a:uLnTx/>
              <a:uFillTx/>
              <a:latin typeface="X5 Sans Light" panose="020B0303020203020204" pitchFamily="34" charset="0"/>
              <a:ea typeface="X5 Sans Light" panose="020B0303020203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7102BF-7FA6-491A-A229-335EA35A9718}"/>
              </a:ext>
            </a:extLst>
          </p:cNvPr>
          <p:cNvSpPr txBox="1"/>
          <p:nvPr/>
        </p:nvSpPr>
        <p:spPr>
          <a:xfrm>
            <a:off x="9024851" y="2810788"/>
            <a:ext cx="2197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22429"/>
                </a:solidFill>
                <a:effectLst/>
                <a:uLnTx/>
                <a:uFillTx/>
                <a:latin typeface="X5 Sans Light" panose="020B0303020203020204" pitchFamily="34" charset="0"/>
                <a:ea typeface="X5 Sans Light" panose="020B0303020203020204" pitchFamily="34" charset="0"/>
              </a:rPr>
              <a:t>Дирекция по развитию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5C2564-5210-44CA-BAFB-03D194958D11}"/>
              </a:ext>
            </a:extLst>
          </p:cNvPr>
          <p:cNvSpPr txBox="1"/>
          <p:nvPr/>
        </p:nvSpPr>
        <p:spPr>
          <a:xfrm>
            <a:off x="6272889" y="2761545"/>
            <a:ext cx="2257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ru-RU" sz="1400" dirty="0">
                <a:solidFill>
                  <a:srgbClr val="222429"/>
                </a:solidFill>
                <a:latin typeface="X5 Sans Light" panose="020B0303020203020204" pitchFamily="34" charset="0"/>
                <a:ea typeface="X5 Sans Light" panose="020B0303020203020204" pitchFamily="34" charset="0"/>
              </a:rPr>
              <a:t>Выгрузка отчета из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2541265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7CE4A90-B53E-4640-9DA8-D72D39D6DA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2725" y="1548964"/>
            <a:ext cx="7462812" cy="693721"/>
          </a:xfrm>
        </p:spPr>
        <p:txBody>
          <a:bodyPr>
            <a:normAutofit/>
          </a:bodyPr>
          <a:lstStyle/>
          <a:p>
            <a:r>
              <a:rPr lang="ru-RU" dirty="0">
                <a:latin typeface="X5 Sans Medium" panose="020B0503020203020204" pitchFamily="34" charset="0"/>
                <a:ea typeface="X5 Sans Medium" panose="020B0503020203020204" pitchFamily="34" charset="0"/>
                <a:cs typeface="Segoe UI Semibold" panose="020B0702040204020203" pitchFamily="34" charset="0"/>
              </a:rPr>
              <a:t>Приложения</a:t>
            </a:r>
            <a:endParaRPr lang="en-US" dirty="0">
              <a:latin typeface="X5 Sans Medium" panose="020B0503020203020204" pitchFamily="34" charset="0"/>
              <a:ea typeface="X5 Sans Medium" panose="020B0503020203020204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Graphic 27">
            <a:extLst>
              <a:ext uri="{FF2B5EF4-FFF2-40B4-BE49-F238E27FC236}">
                <a16:creationId xmlns:a16="http://schemas.microsoft.com/office/drawing/2014/main" id="{E653C570-67E2-6D4B-B860-BA66A9555C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2950" y="270291"/>
            <a:ext cx="217443" cy="217443"/>
          </a:xfrm>
          <a:prstGeom prst="rect">
            <a:avLst/>
          </a:prstGeom>
        </p:spPr>
      </p:pic>
      <p:pic>
        <p:nvPicPr>
          <p:cNvPr id="6" name="Graphic 17">
            <a:extLst>
              <a:ext uri="{FF2B5EF4-FFF2-40B4-BE49-F238E27FC236}">
                <a16:creationId xmlns:a16="http://schemas.microsoft.com/office/drawing/2014/main" id="{0E9C33A9-CE01-444E-9CE8-CC8E48E4F9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43278" y="255772"/>
            <a:ext cx="228363" cy="228363"/>
          </a:xfrm>
          <a:prstGeom prst="rect">
            <a:avLst/>
          </a:prstGeom>
          <a:effectLst/>
        </p:spPr>
      </p:pic>
      <p:pic>
        <p:nvPicPr>
          <p:cNvPr id="7" name="Graphic 14">
            <a:extLst>
              <a:ext uri="{FF2B5EF4-FFF2-40B4-BE49-F238E27FC236}">
                <a16:creationId xmlns:a16="http://schemas.microsoft.com/office/drawing/2014/main" id="{DEF6079B-9C9D-A749-BA1D-ACAF170DB5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04526" y="236908"/>
            <a:ext cx="250617" cy="2506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2725" y="2395085"/>
            <a:ext cx="63827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Команда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График финансирования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Дорожная карта проекта</a:t>
            </a:r>
            <a:endParaRPr lang="en-US" dirty="0">
              <a:solidFill>
                <a:schemeClr val="bg1"/>
              </a:solidFill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Описание проекта</a:t>
            </a:r>
            <a:endParaRPr lang="en-US" dirty="0">
              <a:solidFill>
                <a:schemeClr val="bg1"/>
              </a:solidFill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Визуализация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084538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/>
          <p:cNvSpPr/>
          <p:nvPr/>
        </p:nvSpPr>
        <p:spPr>
          <a:xfrm>
            <a:off x="1" y="1"/>
            <a:ext cx="12191999" cy="10120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sp>
        <p:nvSpPr>
          <p:cNvPr id="109" name="Овал 108"/>
          <p:cNvSpPr/>
          <p:nvPr/>
        </p:nvSpPr>
        <p:spPr>
          <a:xfrm>
            <a:off x="11739418" y="124778"/>
            <a:ext cx="298383" cy="2854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pic>
        <p:nvPicPr>
          <p:cNvPr id="103" name="Image 6" descr="preencoded.png">
            <a:extLst>
              <a:ext uri="{FF2B5EF4-FFF2-40B4-BE49-F238E27FC236}">
                <a16:creationId xmlns:a16="http://schemas.microsoft.com/office/drawing/2014/main" id="{C0D168D8-D3AD-4198-910E-D86BDBDE4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2875" y="114300"/>
            <a:ext cx="628650" cy="180975"/>
          </a:xfrm>
          <a:prstGeom prst="rect">
            <a:avLst/>
          </a:prstGeom>
        </p:spPr>
      </p:pic>
      <p:sp>
        <p:nvSpPr>
          <p:cNvPr id="108" name="Номер слайда 4">
            <a:extLst>
              <a:ext uri="{FF2B5EF4-FFF2-40B4-BE49-F238E27FC236}">
                <a16:creationId xmlns:a16="http://schemas.microsoft.com/office/drawing/2014/main" id="{974669CF-F3E2-4B8A-AD19-64D3ED301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9541" y="202668"/>
            <a:ext cx="318135" cy="11864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6FE9D3-F4ED-4A78-AE68-5D32F6CAB728}" type="slidenum">
              <a:rPr kumimoji="0" lang="ru-RU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 Medium" panose="020B0503020203020204" pitchFamily="34" charset="0"/>
              <a:ea typeface="X5 Sans Medium" panose="020B0503020203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22" name="Text 0"/>
          <p:cNvSpPr/>
          <p:nvPr/>
        </p:nvSpPr>
        <p:spPr>
          <a:xfrm>
            <a:off x="446675" y="416497"/>
            <a:ext cx="9524098" cy="47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highlight>
                  <a:srgbClr val="FFFF00"/>
                </a:highlight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Segoe UI Semibold" panose="020B0702040204020203" pitchFamily="34" charset="0"/>
              </a:rPr>
              <a:t>Команда</a:t>
            </a:r>
          </a:p>
        </p:txBody>
      </p:sp>
      <p:graphicFrame>
        <p:nvGraphicFramePr>
          <p:cNvPr id="13" name="object 9">
            <a:extLst>
              <a:ext uri="{FF2B5EF4-FFF2-40B4-BE49-F238E27FC236}">
                <a16:creationId xmlns:a16="http://schemas.microsoft.com/office/drawing/2014/main" id="{65A7AE68-72CA-4F87-B53A-8BABF7E1E7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0578167"/>
              </p:ext>
            </p:extLst>
          </p:nvPr>
        </p:nvGraphicFramePr>
        <p:xfrm>
          <a:off x="239971" y="1133276"/>
          <a:ext cx="11489576" cy="32856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94549">
                  <a:extLst>
                    <a:ext uri="{9D8B030D-6E8A-4147-A177-3AD203B41FA5}">
                      <a16:colId xmlns:a16="http://schemas.microsoft.com/office/drawing/2014/main" val="3762908136"/>
                    </a:ext>
                  </a:extLst>
                </a:gridCol>
                <a:gridCol w="327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708">
                  <a:extLst>
                    <a:ext uri="{9D8B030D-6E8A-4147-A177-3AD203B41FA5}">
                      <a16:colId xmlns:a16="http://schemas.microsoft.com/office/drawing/2014/main" val="3593581939"/>
                    </a:ext>
                  </a:extLst>
                </a:gridCol>
                <a:gridCol w="970187">
                  <a:extLst>
                    <a:ext uri="{9D8B030D-6E8A-4147-A177-3AD203B41FA5}">
                      <a16:colId xmlns:a16="http://schemas.microsoft.com/office/drawing/2014/main" val="3742344727"/>
                    </a:ext>
                  </a:extLst>
                </a:gridCol>
                <a:gridCol w="1067016">
                  <a:extLst>
                    <a:ext uri="{9D8B030D-6E8A-4147-A177-3AD203B41FA5}">
                      <a16:colId xmlns:a16="http://schemas.microsoft.com/office/drawing/2014/main" val="214030608"/>
                    </a:ext>
                  </a:extLst>
                </a:gridCol>
                <a:gridCol w="555742">
                  <a:extLst>
                    <a:ext uri="{9D8B030D-6E8A-4147-A177-3AD203B41FA5}">
                      <a16:colId xmlns:a16="http://schemas.microsoft.com/office/drawing/2014/main" val="1413956216"/>
                    </a:ext>
                  </a:extLst>
                </a:gridCol>
                <a:gridCol w="317249">
                  <a:extLst>
                    <a:ext uri="{9D8B030D-6E8A-4147-A177-3AD203B41FA5}">
                      <a16:colId xmlns:a16="http://schemas.microsoft.com/office/drawing/2014/main" val="3940016229"/>
                    </a:ext>
                  </a:extLst>
                </a:gridCol>
                <a:gridCol w="317249">
                  <a:extLst>
                    <a:ext uri="{9D8B030D-6E8A-4147-A177-3AD203B41FA5}">
                      <a16:colId xmlns:a16="http://schemas.microsoft.com/office/drawing/2014/main" val="384858654"/>
                    </a:ext>
                  </a:extLst>
                </a:gridCol>
                <a:gridCol w="317249">
                  <a:extLst>
                    <a:ext uri="{9D8B030D-6E8A-4147-A177-3AD203B41FA5}">
                      <a16:colId xmlns:a16="http://schemas.microsoft.com/office/drawing/2014/main" val="1528051984"/>
                    </a:ext>
                  </a:extLst>
                </a:gridCol>
                <a:gridCol w="317249">
                  <a:extLst>
                    <a:ext uri="{9D8B030D-6E8A-4147-A177-3AD203B41FA5}">
                      <a16:colId xmlns:a16="http://schemas.microsoft.com/office/drawing/2014/main" val="2185062066"/>
                    </a:ext>
                  </a:extLst>
                </a:gridCol>
                <a:gridCol w="317249">
                  <a:extLst>
                    <a:ext uri="{9D8B030D-6E8A-4147-A177-3AD203B41FA5}">
                      <a16:colId xmlns:a16="http://schemas.microsoft.com/office/drawing/2014/main" val="2521811983"/>
                    </a:ext>
                  </a:extLst>
                </a:gridCol>
                <a:gridCol w="317249">
                  <a:extLst>
                    <a:ext uri="{9D8B030D-6E8A-4147-A177-3AD203B41FA5}">
                      <a16:colId xmlns:a16="http://schemas.microsoft.com/office/drawing/2014/main" val="123855036"/>
                    </a:ext>
                  </a:extLst>
                </a:gridCol>
                <a:gridCol w="317249">
                  <a:extLst>
                    <a:ext uri="{9D8B030D-6E8A-4147-A177-3AD203B41FA5}">
                      <a16:colId xmlns:a16="http://schemas.microsoft.com/office/drawing/2014/main" val="2351363221"/>
                    </a:ext>
                  </a:extLst>
                </a:gridCol>
                <a:gridCol w="317249">
                  <a:extLst>
                    <a:ext uri="{9D8B030D-6E8A-4147-A177-3AD203B41FA5}">
                      <a16:colId xmlns:a16="http://schemas.microsoft.com/office/drawing/2014/main" val="3319382898"/>
                    </a:ext>
                  </a:extLst>
                </a:gridCol>
                <a:gridCol w="317249">
                  <a:extLst>
                    <a:ext uri="{9D8B030D-6E8A-4147-A177-3AD203B41FA5}">
                      <a16:colId xmlns:a16="http://schemas.microsoft.com/office/drawing/2014/main" val="1747690767"/>
                    </a:ext>
                  </a:extLst>
                </a:gridCol>
                <a:gridCol w="317249">
                  <a:extLst>
                    <a:ext uri="{9D8B030D-6E8A-4147-A177-3AD203B41FA5}">
                      <a16:colId xmlns:a16="http://schemas.microsoft.com/office/drawing/2014/main" val="2113259630"/>
                    </a:ext>
                  </a:extLst>
                </a:gridCol>
                <a:gridCol w="317249">
                  <a:extLst>
                    <a:ext uri="{9D8B030D-6E8A-4147-A177-3AD203B41FA5}">
                      <a16:colId xmlns:a16="http://schemas.microsoft.com/office/drawing/2014/main" val="4196570176"/>
                    </a:ext>
                  </a:extLst>
                </a:gridCol>
                <a:gridCol w="555297">
                  <a:extLst>
                    <a:ext uri="{9D8B030D-6E8A-4147-A177-3AD203B41FA5}">
                      <a16:colId xmlns:a16="http://schemas.microsoft.com/office/drawing/2014/main" val="498893799"/>
                    </a:ext>
                  </a:extLst>
                </a:gridCol>
              </a:tblGrid>
              <a:tr h="315844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400" b="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7200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Должность</a:t>
                      </a:r>
                      <a:endParaRPr sz="1400" b="0" kern="1200" spc="0" baseline="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7200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Орг.</a:t>
                      </a:r>
                      <a:r>
                        <a:rPr lang="en-US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единица/ Подразделение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Штат</a:t>
                      </a:r>
                      <a:r>
                        <a:rPr lang="en-US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/</a:t>
                      </a:r>
                      <a:r>
                        <a:rPr lang="ru-RU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 Аутстаф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Действ</a:t>
                      </a:r>
                      <a:r>
                        <a:rPr lang="en-US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/</a:t>
                      </a:r>
                      <a:r>
                        <a:rPr lang="ru-RU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 Вакансия</a:t>
                      </a:r>
                      <a:r>
                        <a:rPr lang="en-US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/ </a:t>
                      </a:r>
                      <a:r>
                        <a:rPr lang="ru-RU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Аутстаф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1400" b="1" kern="120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 Extrabold" panose="020B0606030504020204" pitchFamily="34" charset="0"/>
                        </a:rPr>
                        <a:t>2025</a:t>
                      </a:r>
                    </a:p>
                  </a:txBody>
                  <a:tcPr marL="3600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1400" b="1" kern="120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 Extrabold" panose="020B0606030504020204" pitchFamily="34" charset="0"/>
                        </a:rPr>
                        <a:t>2026</a:t>
                      </a:r>
                    </a:p>
                  </a:txBody>
                  <a:tcPr marL="3600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3600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3600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3600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3600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3600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3600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3600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3600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3600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3600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3600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406929"/>
                  </a:ext>
                </a:extLst>
              </a:tr>
              <a:tr h="367748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400" b="0" spc="0" dirty="0"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400" b="0" spc="0" dirty="0"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lang="ru-RU" sz="1100" b="1" kern="1200" spc="0" baseline="0" dirty="0">
                        <a:solidFill>
                          <a:schemeClr val="tx1"/>
                        </a:solidFill>
                        <a:latin typeface="Open Sans Extrabold" panose="020B0606030504020204" pitchFamily="34" charset="0"/>
                        <a:ea typeface="Open Sans Extrabold" panose="020B0606030504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9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дек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9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янв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9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фев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9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мар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9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апр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9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май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9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июн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9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июл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9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авг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9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сен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9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окт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9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ноя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9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дек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27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4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1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Руководитель ключевых проектов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Segoe UI Semilight" panose="020B0402040204020203" pitchFamily="34" charset="0"/>
                        </a:rPr>
                        <a:t>X5 Tech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429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Штат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Действ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1923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Segoe UI Semilight" panose="020B0402040204020203" pitchFamily="34" charset="0"/>
                        </a:rPr>
                        <a:t>0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27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4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2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Специалист по тестированию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429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Segoe UI Semilight" panose="020B0402040204020203" pitchFamily="34" charset="0"/>
                        </a:rPr>
                        <a:t>X5 Tech</a:t>
                      </a:r>
                      <a:endParaRPr kumimoji="0" lang="ru-RU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429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429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Штат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Действ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1923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Segoe UI Semilight" panose="020B0402040204020203" pitchFamily="34" charset="0"/>
                        </a:rPr>
                        <a:t>0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27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4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3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Ведущий бизнес-аналитик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429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Segoe UI Semilight" panose="020B0402040204020203" pitchFamily="34" charset="0"/>
                        </a:rPr>
                        <a:t>X5 Tech</a:t>
                      </a:r>
                      <a:endParaRPr kumimoji="0" lang="ru-RU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429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429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Штат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Действ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1923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Segoe UI Semilight" panose="020B0402040204020203" pitchFamily="34" charset="0"/>
                        </a:rPr>
                        <a:t>0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27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4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4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Ведущий архитектор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429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Segoe UI Semilight" panose="020B0402040204020203" pitchFamily="34" charset="0"/>
                        </a:rPr>
                        <a:t>X5 Tech</a:t>
                      </a:r>
                      <a:endParaRPr kumimoji="0" lang="ru-RU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429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429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Штат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Действ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1923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Segoe UI Semilight" panose="020B0402040204020203" pitchFamily="34" charset="0"/>
                        </a:rPr>
                        <a:t>0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261507"/>
                  </a:ext>
                </a:extLst>
              </a:tr>
              <a:tr h="30027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4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5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Специалист по тестированию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429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Segoe UI Semilight" panose="020B0402040204020203" pitchFamily="34" charset="0"/>
                        </a:rPr>
                        <a:t>X5 Tech</a:t>
                      </a:r>
                      <a:endParaRPr kumimoji="0" lang="ru-RU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429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429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Штат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Действ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1923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Segoe UI Semilight" panose="020B0402040204020203" pitchFamily="34" charset="0"/>
                        </a:rPr>
                        <a:t>0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707155"/>
                  </a:ext>
                </a:extLst>
              </a:tr>
              <a:tr h="30027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4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Консультант (Настройка ГИС (</a:t>
                      </a:r>
                      <a:r>
                        <a:rPr lang="e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C#, JS, Python)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429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Segoe UI Semilight" panose="020B0402040204020203" pitchFamily="34" charset="0"/>
                        </a:rPr>
                        <a:t>X5 Tech</a:t>
                      </a:r>
                      <a:endParaRPr kumimoji="0" lang="ru-RU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429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429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Штат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Действ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1923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Segoe UI Semilight" panose="020B0402040204020203" pitchFamily="34" charset="0"/>
                        </a:rPr>
                        <a:t>0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813925"/>
                  </a:ext>
                </a:extLst>
              </a:tr>
              <a:tr h="30027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4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7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Разработчик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.net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Segoe UI Semilight" panose="020B0402040204020203" pitchFamily="34" charset="0"/>
                        </a:rPr>
                        <a:t>X5 Tech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Аутстаф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kern="1200" spc="0" baseline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Аутстаф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1923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Segoe UI Semilight" panose="020B0402040204020203" pitchFamily="34" charset="0"/>
                        </a:rPr>
                        <a:t>0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Segoe UI Semilight" panose="020B0402040204020203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ru-RU" sz="11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ru-RU" sz="11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ru-RU" sz="11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ru-RU" sz="11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ru-RU" sz="11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ru-RU" sz="11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ru-RU" sz="11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ru-RU" sz="11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ru-RU" sz="11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ru-RU" sz="11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50</a:t>
                      </a:r>
                      <a:endParaRPr lang="ru-RU" sz="11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1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86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/>
          <p:cNvSpPr/>
          <p:nvPr/>
        </p:nvSpPr>
        <p:spPr>
          <a:xfrm>
            <a:off x="1" y="1"/>
            <a:ext cx="12191999" cy="1206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sp>
        <p:nvSpPr>
          <p:cNvPr id="109" name="Овал 108"/>
          <p:cNvSpPr/>
          <p:nvPr/>
        </p:nvSpPr>
        <p:spPr>
          <a:xfrm>
            <a:off x="11739418" y="124778"/>
            <a:ext cx="298383" cy="2854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pic>
        <p:nvPicPr>
          <p:cNvPr id="103" name="Image 6" descr="preencoded.png">
            <a:extLst>
              <a:ext uri="{FF2B5EF4-FFF2-40B4-BE49-F238E27FC236}">
                <a16:creationId xmlns:a16="http://schemas.microsoft.com/office/drawing/2014/main" id="{C0D168D8-D3AD-4198-910E-D86BDBDE4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2875" y="114300"/>
            <a:ext cx="628650" cy="180975"/>
          </a:xfrm>
          <a:prstGeom prst="rect">
            <a:avLst/>
          </a:prstGeom>
        </p:spPr>
      </p:pic>
      <p:sp>
        <p:nvSpPr>
          <p:cNvPr id="108" name="Номер слайда 4">
            <a:extLst>
              <a:ext uri="{FF2B5EF4-FFF2-40B4-BE49-F238E27FC236}">
                <a16:creationId xmlns:a16="http://schemas.microsoft.com/office/drawing/2014/main" id="{974669CF-F3E2-4B8A-AD19-64D3ED301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9541" y="202668"/>
            <a:ext cx="318135" cy="11864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6FE9D3-F4ED-4A78-AE68-5D32F6CAB728}" type="slidenum">
              <a:rPr kumimoji="0" lang="ru-RU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 Medium" panose="020B0503020203020204" pitchFamily="34" charset="0"/>
              <a:ea typeface="X5 Sans Medium" panose="020B0503020203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22" name="Text 0"/>
          <p:cNvSpPr/>
          <p:nvPr/>
        </p:nvSpPr>
        <p:spPr>
          <a:xfrm>
            <a:off x="447675" y="514350"/>
            <a:ext cx="9524098" cy="47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highlight>
                  <a:srgbClr val="FFFF00"/>
                </a:highlight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Segoe UI Semibold" panose="020B0702040204020203" pitchFamily="34" charset="0"/>
              </a:rPr>
              <a:t>График финансирования</a:t>
            </a:r>
          </a:p>
        </p:txBody>
      </p:sp>
      <p:graphicFrame>
        <p:nvGraphicFramePr>
          <p:cNvPr id="14" name="object 9">
            <a:extLst>
              <a:ext uri="{FF2B5EF4-FFF2-40B4-BE49-F238E27FC236}">
                <a16:creationId xmlns:a16="http://schemas.microsoft.com/office/drawing/2014/main" id="{CD558A13-9777-46A5-B715-95A79C0107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2077747"/>
              </p:ext>
            </p:extLst>
          </p:nvPr>
        </p:nvGraphicFramePr>
        <p:xfrm>
          <a:off x="371894" y="1508262"/>
          <a:ext cx="10448509" cy="29117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7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669">
                  <a:extLst>
                    <a:ext uri="{9D8B030D-6E8A-4147-A177-3AD203B41FA5}">
                      <a16:colId xmlns:a16="http://schemas.microsoft.com/office/drawing/2014/main" val="1985418618"/>
                    </a:ext>
                  </a:extLst>
                </a:gridCol>
                <a:gridCol w="842622">
                  <a:extLst>
                    <a:ext uri="{9D8B030D-6E8A-4147-A177-3AD203B41FA5}">
                      <a16:colId xmlns:a16="http://schemas.microsoft.com/office/drawing/2014/main" val="4017267199"/>
                    </a:ext>
                  </a:extLst>
                </a:gridCol>
                <a:gridCol w="842622">
                  <a:extLst>
                    <a:ext uri="{9D8B030D-6E8A-4147-A177-3AD203B41FA5}">
                      <a16:colId xmlns:a16="http://schemas.microsoft.com/office/drawing/2014/main" val="1815986121"/>
                    </a:ext>
                  </a:extLst>
                </a:gridCol>
                <a:gridCol w="842622">
                  <a:extLst>
                    <a:ext uri="{9D8B030D-6E8A-4147-A177-3AD203B41FA5}">
                      <a16:colId xmlns:a16="http://schemas.microsoft.com/office/drawing/2014/main" val="2047372797"/>
                    </a:ext>
                  </a:extLst>
                </a:gridCol>
                <a:gridCol w="842622">
                  <a:extLst>
                    <a:ext uri="{9D8B030D-6E8A-4147-A177-3AD203B41FA5}">
                      <a16:colId xmlns:a16="http://schemas.microsoft.com/office/drawing/2014/main" val="495692886"/>
                    </a:ext>
                  </a:extLst>
                </a:gridCol>
                <a:gridCol w="842622">
                  <a:extLst>
                    <a:ext uri="{9D8B030D-6E8A-4147-A177-3AD203B41FA5}">
                      <a16:colId xmlns:a16="http://schemas.microsoft.com/office/drawing/2014/main" val="2186096506"/>
                    </a:ext>
                  </a:extLst>
                </a:gridCol>
                <a:gridCol w="842622">
                  <a:extLst>
                    <a:ext uri="{9D8B030D-6E8A-4147-A177-3AD203B41FA5}">
                      <a16:colId xmlns:a16="http://schemas.microsoft.com/office/drawing/2014/main" val="3827318619"/>
                    </a:ext>
                  </a:extLst>
                </a:gridCol>
                <a:gridCol w="842622">
                  <a:extLst>
                    <a:ext uri="{9D8B030D-6E8A-4147-A177-3AD203B41FA5}">
                      <a16:colId xmlns:a16="http://schemas.microsoft.com/office/drawing/2014/main" val="1940332220"/>
                    </a:ext>
                  </a:extLst>
                </a:gridCol>
                <a:gridCol w="842622">
                  <a:extLst>
                    <a:ext uri="{9D8B030D-6E8A-4147-A177-3AD203B41FA5}">
                      <a16:colId xmlns:a16="http://schemas.microsoft.com/office/drawing/2014/main" val="1517349121"/>
                    </a:ext>
                  </a:extLst>
                </a:gridCol>
              </a:tblGrid>
              <a:tr h="59703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1200" kern="1200" spc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+mn-cs"/>
                        </a:rPr>
                        <a:t>Млн руб. 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1200" kern="1200" spc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+mn-cs"/>
                        </a:rPr>
                        <a:t>без НДС</a:t>
                      </a:r>
                      <a:endParaRPr sz="1200" kern="1200" spc="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+mn-cs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1200" b="1" kern="1200" spc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+mn-cs"/>
                        </a:rPr>
                        <a:t>ИТОГО</a:t>
                      </a: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1200" b="1" kern="1200" spc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+mn-cs"/>
                        </a:rPr>
                        <a:t>2025</a:t>
                      </a: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1200" kern="1200" spc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Дек</a:t>
                      </a:r>
                      <a:endParaRPr lang="ru-RU" sz="1200" b="0" kern="1200" spc="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1200" b="1" kern="1200" spc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+mn-cs"/>
                        </a:rPr>
                        <a:t>2026</a:t>
                      </a: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1200" spc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Янв</a:t>
                      </a:r>
                      <a:endParaRPr lang="ru-RU" sz="1200" b="0" spc="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spc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Фев</a:t>
                      </a:r>
                      <a:endParaRPr lang="ru-RU" sz="1200" b="0" spc="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spc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Мар</a:t>
                      </a:r>
                      <a:endParaRPr lang="ru-RU" sz="1200" b="0" spc="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spc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Апр</a:t>
                      </a:r>
                      <a:endParaRPr lang="ru-RU" sz="1200" b="0" spc="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ru-RU" sz="1200" spc="0" dirty="0">
                          <a:solidFill>
                            <a:schemeClr val="tx1"/>
                          </a:solidFill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Май</a:t>
                      </a:r>
                      <a:endParaRPr lang="ru-RU" sz="1200" b="0" spc="0" dirty="0">
                        <a:solidFill>
                          <a:schemeClr val="tx1"/>
                        </a:solidFill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669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</a:pPr>
                      <a:r>
                        <a:rPr lang="ru-RU" sz="1200" b="1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 Extrabold" panose="020B0606030504020204" pitchFamily="34" charset="0"/>
                        </a:rPr>
                        <a:t>ИТОГО</a:t>
                      </a: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ХХХ</a:t>
                      </a:r>
                      <a:endParaRPr kumimoji="0" lang="ru-RU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rgbClr val="518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ХХХ</a:t>
                      </a:r>
                      <a:endParaRPr kumimoji="0" lang="ru-RU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ХХХ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ХХХ</a:t>
                      </a:r>
                      <a:endParaRPr kumimoji="0" lang="ru-RU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ХХХ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ХХХ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ХХХ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ХХХ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ХХХ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865603"/>
                  </a:ext>
                </a:extLst>
              </a:tr>
              <a:tr h="330669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</a:pPr>
                      <a:endParaRPr lang="ru-RU" sz="1200" b="1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05721"/>
                  </a:ext>
                </a:extLst>
              </a:tr>
              <a:tr h="3306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Инвест. ОРЕХ</a:t>
                      </a:r>
                      <a:endParaRPr lang="ru-RU" sz="1200" b="1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1,456</a:t>
                      </a:r>
                      <a:endParaRPr kumimoji="0" lang="ru-RU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rgbClr val="518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0,895</a:t>
                      </a:r>
                      <a:endParaRPr kumimoji="0" lang="ru-RU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0,895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0,561</a:t>
                      </a:r>
                      <a:endParaRPr kumimoji="0" lang="ru-RU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0,112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0,112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0,112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0,112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0,112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079565"/>
                  </a:ext>
                </a:extLst>
              </a:tr>
              <a:tr h="330669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</a:pPr>
                      <a:r>
                        <a:rPr lang="ru-RU" sz="12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ФОТ</a:t>
                      </a: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b="1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1,456</a:t>
                      </a:r>
                      <a:endParaRPr lang="ru-RU" sz="1000" b="1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b="1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0,895</a:t>
                      </a:r>
                      <a:endParaRPr lang="ru-RU" sz="1000" b="1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9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0,895</a:t>
                      </a:r>
                      <a:endParaRPr lang="ru-RU" sz="9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b="1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0,561</a:t>
                      </a:r>
                      <a:endParaRPr lang="ru-RU" sz="1000" b="1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9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0,112</a:t>
                      </a:r>
                      <a:endParaRPr lang="ru-RU" sz="9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0,112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0,112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0,112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0,112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extLst>
                  <a:ext uri="{0D108BD9-81ED-4DB2-BD59-A6C34878D82A}">
                    <a16:rowId xmlns:a16="http://schemas.microsoft.com/office/drawing/2014/main" val="786564286"/>
                  </a:ext>
                </a:extLst>
              </a:tr>
              <a:tr h="3306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САРЕХ</a:t>
                      </a:r>
                      <a:endParaRPr lang="ru-RU" sz="1200" b="1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1923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 Extrabold" panose="020B0606030504020204" pitchFamily="34" charset="0"/>
                        </a:rPr>
                        <a:t>27,539</a:t>
                      </a:r>
                      <a:endParaRPr kumimoji="0" lang="ru-RU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16,105</a:t>
                      </a:r>
                      <a:endParaRPr kumimoji="0" lang="ru-RU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16,105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11,434</a:t>
                      </a:r>
                      <a:endParaRPr kumimoji="0" lang="ru-RU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1,534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0,875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1923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1,588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2,686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1923"/>
                          </a:solidFill>
                          <a:effectLst/>
                          <a:uLnTx/>
                          <a:uFillTx/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4,751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1923"/>
                        </a:solidFill>
                        <a:effectLst/>
                        <a:uLnTx/>
                        <a:uFillTx/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905979"/>
                  </a:ext>
                </a:extLst>
              </a:tr>
              <a:tr h="330669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</a:pPr>
                      <a:r>
                        <a:rPr lang="ru-RU" sz="12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ФОТ БЕ Тех</a:t>
                      </a: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b="1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13,577</a:t>
                      </a:r>
                      <a:endParaRPr lang="ru-RU" sz="1000" b="1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b="1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8,301</a:t>
                      </a:r>
                      <a:endParaRPr lang="ru-RU" sz="1000" b="1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9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8,301</a:t>
                      </a:r>
                      <a:endParaRPr lang="ru-RU" sz="9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b="1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5,276</a:t>
                      </a:r>
                      <a:endParaRPr lang="ru-RU" sz="1000" b="1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9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0,637</a:t>
                      </a:r>
                      <a:endParaRPr lang="ru-RU" sz="9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9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0,575</a:t>
                      </a:r>
                      <a:endParaRPr lang="ru-RU" sz="9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9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0,588</a:t>
                      </a:r>
                      <a:endParaRPr lang="ru-RU" sz="9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9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1,026</a:t>
                      </a:r>
                      <a:endParaRPr lang="ru-RU" sz="9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9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2,450</a:t>
                      </a:r>
                      <a:endParaRPr lang="ru-RU" sz="9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extLst>
                  <a:ext uri="{0D108BD9-81ED-4DB2-BD59-A6C34878D82A}">
                    <a16:rowId xmlns:a16="http://schemas.microsoft.com/office/drawing/2014/main" val="435576700"/>
                  </a:ext>
                </a:extLst>
              </a:tr>
              <a:tr h="330669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</a:pPr>
                      <a:r>
                        <a:rPr lang="ru-RU" sz="12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ФОТ </a:t>
                      </a:r>
                      <a:r>
                        <a:rPr lang="en-US" sz="1200" spc="0" dirty="0" err="1"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Outstaff</a:t>
                      </a:r>
                      <a:endParaRPr lang="ru-RU" sz="12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b="1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13,972</a:t>
                      </a:r>
                      <a:endParaRPr lang="ru-RU" sz="1000" b="1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b="1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7,804</a:t>
                      </a:r>
                      <a:endParaRPr lang="ru-RU" sz="1000" b="1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9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7,804</a:t>
                      </a:r>
                      <a:endParaRPr lang="ru-RU" sz="9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b="1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6,158</a:t>
                      </a:r>
                      <a:endParaRPr lang="ru-RU" sz="1000" b="1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 Extrabold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9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0,897</a:t>
                      </a:r>
                      <a:endParaRPr lang="ru-RU" sz="9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9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0,300</a:t>
                      </a:r>
                      <a:endParaRPr lang="ru-RU" sz="9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9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1,000</a:t>
                      </a:r>
                      <a:endParaRPr lang="ru-RU" sz="9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9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  <a:cs typeface="Open Sans" panose="020B0606030504020204" pitchFamily="34" charset="0"/>
                        </a:rPr>
                        <a:t>1,660</a:t>
                      </a:r>
                      <a:endParaRPr lang="ru-RU" sz="9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900" spc="0" dirty="0">
                          <a:latin typeface="X5 Sans Light" panose="020B0303020203020204" pitchFamily="34" charset="0"/>
                          <a:ea typeface="X5 Sans Light" panose="020B0303020203020204" pitchFamily="34" charset="0"/>
                        </a:rPr>
                        <a:t>2,301</a:t>
                      </a:r>
                      <a:endParaRPr lang="ru-RU" sz="900" spc="0" dirty="0">
                        <a:latin typeface="X5 Sans Light" panose="020B0303020203020204" pitchFamily="34" charset="0"/>
                        <a:ea typeface="X5 Sans Light" panose="020B0303020203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72000" marB="72000" anchor="ctr"/>
                </a:tc>
                <a:extLst>
                  <a:ext uri="{0D108BD9-81ED-4DB2-BD59-A6C34878D82A}">
                    <a16:rowId xmlns:a16="http://schemas.microsoft.com/office/drawing/2014/main" val="2612478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1873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/>
          <p:cNvSpPr/>
          <p:nvPr/>
        </p:nvSpPr>
        <p:spPr>
          <a:xfrm>
            <a:off x="1" y="1"/>
            <a:ext cx="12191999" cy="1206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sp>
        <p:nvSpPr>
          <p:cNvPr id="109" name="Овал 108"/>
          <p:cNvSpPr/>
          <p:nvPr/>
        </p:nvSpPr>
        <p:spPr>
          <a:xfrm>
            <a:off x="11739418" y="124778"/>
            <a:ext cx="298383" cy="2854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pic>
        <p:nvPicPr>
          <p:cNvPr id="103" name="Image 6" descr="preencoded.png">
            <a:extLst>
              <a:ext uri="{FF2B5EF4-FFF2-40B4-BE49-F238E27FC236}">
                <a16:creationId xmlns:a16="http://schemas.microsoft.com/office/drawing/2014/main" id="{C0D168D8-D3AD-4198-910E-D86BDBDE4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2875" y="114300"/>
            <a:ext cx="628650" cy="180975"/>
          </a:xfrm>
          <a:prstGeom prst="rect">
            <a:avLst/>
          </a:prstGeom>
        </p:spPr>
      </p:pic>
      <p:sp>
        <p:nvSpPr>
          <p:cNvPr id="108" name="Номер слайда 4">
            <a:extLst>
              <a:ext uri="{FF2B5EF4-FFF2-40B4-BE49-F238E27FC236}">
                <a16:creationId xmlns:a16="http://schemas.microsoft.com/office/drawing/2014/main" id="{974669CF-F3E2-4B8A-AD19-64D3ED301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9541" y="202668"/>
            <a:ext cx="318135" cy="11864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6FE9D3-F4ED-4A78-AE68-5D32F6CAB728}" type="slidenum">
              <a:rPr kumimoji="0" lang="ru-RU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 Medium" panose="020B0503020203020204" pitchFamily="34" charset="0"/>
              <a:ea typeface="X5 Sans Medium" panose="020B0503020203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22" name="Text 0"/>
          <p:cNvSpPr/>
          <p:nvPr/>
        </p:nvSpPr>
        <p:spPr>
          <a:xfrm>
            <a:off x="447675" y="514350"/>
            <a:ext cx="9524098" cy="47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Segoe UI Semibold" panose="020B0702040204020203" pitchFamily="34" charset="0"/>
              </a:rPr>
              <a:t>Дорожная карта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47769C-13C7-4E5C-A4D6-5FFF4F66B41B}"/>
              </a:ext>
            </a:extLst>
          </p:cNvPr>
          <p:cNvSpPr/>
          <p:nvPr/>
        </p:nvSpPr>
        <p:spPr>
          <a:xfrm>
            <a:off x="283277" y="5304342"/>
            <a:ext cx="113359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endParaRPr lang="ru-RU" sz="12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228600" indent="-228600">
              <a:buAutoNum type="arabicPeriod"/>
            </a:pPr>
            <a:r>
              <a:rPr lang="ru-RU" sz="1200" dirty="0">
                <a:latin typeface="X5 Sans" panose="020B0403020203020204" pitchFamily="34" charset="0"/>
                <a:ea typeface="X5 Sans" panose="020B0403020203020204" pitchFamily="34" charset="0"/>
              </a:rPr>
              <a:t>Решение на базе внутренней разработки Х5</a:t>
            </a:r>
          </a:p>
          <a:p>
            <a:pPr marL="228600" indent="-228600">
              <a:buAutoNum type="arabicPeriod"/>
            </a:pPr>
            <a:r>
              <a:rPr lang="ru-RU" sz="1200" dirty="0">
                <a:latin typeface="X5 Sans" panose="020B0403020203020204" pitchFamily="34" charset="0"/>
                <a:ea typeface="X5 Sans" panose="020B0403020203020204" pitchFamily="34" charset="0"/>
              </a:rPr>
              <a:t>Сопровождение Портала текущим штатом </a:t>
            </a:r>
            <a:r>
              <a:rPr lang="ru-RU" sz="1200" dirty="0" err="1">
                <a:latin typeface="X5 Sans" panose="020B0403020203020204" pitchFamily="34" charset="0"/>
                <a:ea typeface="X5 Sans" panose="020B0403020203020204" pitchFamily="34" charset="0"/>
              </a:rPr>
              <a:t>тех.поддержки</a:t>
            </a:r>
            <a:r>
              <a:rPr lang="ru-RU" sz="1200" dirty="0">
                <a:latin typeface="X5 Sans" panose="020B0403020203020204" pitchFamily="34" charset="0"/>
                <a:ea typeface="X5 Sans" panose="020B0403020203020204" pitchFamily="34" charset="0"/>
              </a:rPr>
              <a:t>, без </a:t>
            </a:r>
            <a:r>
              <a:rPr lang="ru-RU" sz="1200" dirty="0" err="1">
                <a:latin typeface="X5 Sans" panose="020B0403020203020204" pitchFamily="34" charset="0"/>
                <a:ea typeface="X5 Sans" panose="020B0403020203020204" pitchFamily="34" charset="0"/>
              </a:rPr>
              <a:t>доп.затрат</a:t>
            </a:r>
            <a:endParaRPr lang="ru-RU" sz="1200" dirty="0">
              <a:latin typeface="X5 Sans" panose="020B0403020203020204" pitchFamily="34" charset="0"/>
              <a:ea typeface="X5 Sans" panose="020B0403020203020204" pitchFamily="34" charset="0"/>
            </a:endParaRPr>
          </a:p>
          <a:p>
            <a:pPr marL="228600" indent="-228600">
              <a:buAutoNum type="arabicPeriod"/>
            </a:pPr>
            <a:r>
              <a:rPr lang="ru-RU" sz="1200" dirty="0">
                <a:latin typeface="X5 Sans" panose="020B0403020203020204" pitchFamily="34" charset="0"/>
                <a:ea typeface="X5 Sans" panose="020B0403020203020204" pitchFamily="34" charset="0"/>
              </a:rPr>
              <a:t>Требуется 1 млн. </a:t>
            </a:r>
            <a:r>
              <a:rPr lang="ru-RU" sz="1200" dirty="0" err="1">
                <a:latin typeface="X5 Sans" panose="020B0403020203020204" pitchFamily="34" charset="0"/>
                <a:ea typeface="X5 Sans" panose="020B0403020203020204" pitchFamily="34" charset="0"/>
              </a:rPr>
              <a:t>руб</a:t>
            </a:r>
            <a:r>
              <a:rPr lang="ru-RU" sz="1200" dirty="0">
                <a:latin typeface="X5 Sans" panose="020B0403020203020204" pitchFamily="34" charset="0"/>
                <a:ea typeface="X5 Sans" panose="020B0403020203020204" pitchFamily="34" charset="0"/>
              </a:rPr>
              <a:t> на облачную инфраструктуру (</a:t>
            </a:r>
            <a:r>
              <a:rPr lang="ru-RU" sz="1200" dirty="0" err="1">
                <a:latin typeface="X5 Sans" panose="020B0403020203020204" pitchFamily="34" charset="0"/>
                <a:ea typeface="X5 Sans" panose="020B0403020203020204" pitchFamily="34" charset="0"/>
              </a:rPr>
              <a:t>вкл</a:t>
            </a:r>
            <a:r>
              <a:rPr lang="ru-RU" sz="1200" dirty="0">
                <a:latin typeface="X5 Sans" panose="020B0403020203020204" pitchFamily="34" charset="0"/>
                <a:ea typeface="X5 Sans" panose="020B0403020203020204" pitchFamily="34" charset="0"/>
              </a:rPr>
              <a:t> в общую сумму)</a:t>
            </a:r>
          </a:p>
        </p:txBody>
      </p:sp>
      <p:graphicFrame>
        <p:nvGraphicFramePr>
          <p:cNvPr id="28" name="Таблица 27">
            <a:extLst>
              <a:ext uri="{FF2B5EF4-FFF2-40B4-BE49-F238E27FC236}">
                <a16:creationId xmlns:a16="http://schemas.microsoft.com/office/drawing/2014/main" id="{A0B2D0CC-3581-4ACC-9029-89FD55A32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013325"/>
              </p:ext>
            </p:extLst>
          </p:nvPr>
        </p:nvGraphicFramePr>
        <p:xfrm>
          <a:off x="356424" y="1311464"/>
          <a:ext cx="11189657" cy="3780290"/>
        </p:xfrm>
        <a:graphic>
          <a:graphicData uri="http://schemas.openxmlformats.org/drawingml/2006/table">
            <a:tbl>
              <a:tblPr firstRow="1" bandRow="1"/>
              <a:tblGrid>
                <a:gridCol w="1885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281">
                  <a:extLst>
                    <a:ext uri="{9D8B030D-6E8A-4147-A177-3AD203B41FA5}">
                      <a16:colId xmlns:a16="http://schemas.microsoft.com/office/drawing/2014/main" val="3192343120"/>
                    </a:ext>
                  </a:extLst>
                </a:gridCol>
                <a:gridCol w="620281">
                  <a:extLst>
                    <a:ext uri="{9D8B030D-6E8A-4147-A177-3AD203B41FA5}">
                      <a16:colId xmlns:a16="http://schemas.microsoft.com/office/drawing/2014/main" val="2231797492"/>
                    </a:ext>
                  </a:extLst>
                </a:gridCol>
                <a:gridCol w="620281">
                  <a:extLst>
                    <a:ext uri="{9D8B030D-6E8A-4147-A177-3AD203B41FA5}">
                      <a16:colId xmlns:a16="http://schemas.microsoft.com/office/drawing/2014/main" val="3347338494"/>
                    </a:ext>
                  </a:extLst>
                </a:gridCol>
                <a:gridCol w="620281">
                  <a:extLst>
                    <a:ext uri="{9D8B030D-6E8A-4147-A177-3AD203B41FA5}">
                      <a16:colId xmlns:a16="http://schemas.microsoft.com/office/drawing/2014/main" val="845588875"/>
                    </a:ext>
                  </a:extLst>
                </a:gridCol>
                <a:gridCol w="620281">
                  <a:extLst>
                    <a:ext uri="{9D8B030D-6E8A-4147-A177-3AD203B41FA5}">
                      <a16:colId xmlns:a16="http://schemas.microsoft.com/office/drawing/2014/main" val="4094242297"/>
                    </a:ext>
                  </a:extLst>
                </a:gridCol>
                <a:gridCol w="620281">
                  <a:extLst>
                    <a:ext uri="{9D8B030D-6E8A-4147-A177-3AD203B41FA5}">
                      <a16:colId xmlns:a16="http://schemas.microsoft.com/office/drawing/2014/main" val="3718195900"/>
                    </a:ext>
                  </a:extLst>
                </a:gridCol>
                <a:gridCol w="620281">
                  <a:extLst>
                    <a:ext uri="{9D8B030D-6E8A-4147-A177-3AD203B41FA5}">
                      <a16:colId xmlns:a16="http://schemas.microsoft.com/office/drawing/2014/main" val="145863508"/>
                    </a:ext>
                  </a:extLst>
                </a:gridCol>
                <a:gridCol w="620281">
                  <a:extLst>
                    <a:ext uri="{9D8B030D-6E8A-4147-A177-3AD203B41FA5}">
                      <a16:colId xmlns:a16="http://schemas.microsoft.com/office/drawing/2014/main" val="1083088498"/>
                    </a:ext>
                  </a:extLst>
                </a:gridCol>
                <a:gridCol w="620281">
                  <a:extLst>
                    <a:ext uri="{9D8B030D-6E8A-4147-A177-3AD203B41FA5}">
                      <a16:colId xmlns:a16="http://schemas.microsoft.com/office/drawing/2014/main" val="523560980"/>
                    </a:ext>
                  </a:extLst>
                </a:gridCol>
                <a:gridCol w="620281">
                  <a:extLst>
                    <a:ext uri="{9D8B030D-6E8A-4147-A177-3AD203B41FA5}">
                      <a16:colId xmlns:a16="http://schemas.microsoft.com/office/drawing/2014/main" val="2729791120"/>
                    </a:ext>
                  </a:extLst>
                </a:gridCol>
                <a:gridCol w="620281">
                  <a:extLst>
                    <a:ext uri="{9D8B030D-6E8A-4147-A177-3AD203B41FA5}">
                      <a16:colId xmlns:a16="http://schemas.microsoft.com/office/drawing/2014/main" val="2427953829"/>
                    </a:ext>
                  </a:extLst>
                </a:gridCol>
                <a:gridCol w="620281">
                  <a:extLst>
                    <a:ext uri="{9D8B030D-6E8A-4147-A177-3AD203B41FA5}">
                      <a16:colId xmlns:a16="http://schemas.microsoft.com/office/drawing/2014/main" val="3869577494"/>
                    </a:ext>
                  </a:extLst>
                </a:gridCol>
                <a:gridCol w="620281">
                  <a:extLst>
                    <a:ext uri="{9D8B030D-6E8A-4147-A177-3AD203B41FA5}">
                      <a16:colId xmlns:a16="http://schemas.microsoft.com/office/drawing/2014/main" val="4198113929"/>
                    </a:ext>
                  </a:extLst>
                </a:gridCol>
                <a:gridCol w="620281">
                  <a:extLst>
                    <a:ext uri="{9D8B030D-6E8A-4147-A177-3AD203B41FA5}">
                      <a16:colId xmlns:a16="http://schemas.microsoft.com/office/drawing/2014/main" val="3031695645"/>
                    </a:ext>
                  </a:extLst>
                </a:gridCol>
                <a:gridCol w="620281">
                  <a:extLst>
                    <a:ext uri="{9D8B030D-6E8A-4147-A177-3AD203B41FA5}">
                      <a16:colId xmlns:a16="http://schemas.microsoft.com/office/drawing/2014/main" val="2931678353"/>
                    </a:ext>
                  </a:extLst>
                </a:gridCol>
              </a:tblGrid>
              <a:tr h="269999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pPr algn="ctr"/>
                      <a:r>
                        <a:rPr lang="ru-RU" sz="1200" b="1" dirty="0">
                          <a:solidFill>
                            <a:schemeClr val="bg1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КЛЮЧЕВЫЕ</a:t>
                      </a:r>
                      <a:r>
                        <a:rPr lang="ru-RU" sz="1200" b="1" baseline="0" dirty="0">
                          <a:solidFill>
                            <a:schemeClr val="bg1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СТРИМЫ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202</a:t>
                      </a:r>
                      <a:r>
                        <a:rPr lang="ru-RU" sz="1200" b="1" dirty="0">
                          <a:solidFill>
                            <a:schemeClr val="bg1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ru-RU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1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pPr algn="ctr"/>
                      <a:r>
                        <a:rPr lang="ru-RU" sz="1200" b="1" dirty="0">
                          <a:solidFill>
                            <a:schemeClr val="bg1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2026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bg1"/>
                        </a:solidFill>
                        <a:latin typeface="Gilroy" panose="020B0604020202020204" charset="-5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231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bg1"/>
                        </a:solidFill>
                        <a:latin typeface="Gilroy" panose="020B0604020202020204" charset="-5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231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bg1"/>
                        </a:solidFill>
                        <a:latin typeface="Gilroy" panose="020B0604020202020204" charset="-5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231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bg1"/>
                        </a:solidFill>
                        <a:latin typeface="X5 Sans" panose="020B0403020203020204" pitchFamily="34" charset="0"/>
                        <a:ea typeface="X5 Sans" panose="020B040302020302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bg1"/>
                        </a:solidFill>
                        <a:latin typeface="X5 Sans" panose="020B0403020203020204" pitchFamily="34" charset="0"/>
                        <a:ea typeface="X5 Sans" panose="020B040302020302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85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>
                          <a:solidFill>
                            <a:schemeClr val="bg1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ОКТ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>
                          <a:solidFill>
                            <a:schemeClr val="bg1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НОЯ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>
                          <a:solidFill>
                            <a:schemeClr val="bg1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ДЕК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ЯНВ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ФЕВ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МАР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АПР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МАЙ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ИЮН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ИЮЛ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АВГ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СЕН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ОКТ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НОЯ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ДЕК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31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Запуск проекта</a:t>
                      </a:r>
                      <a:endParaRPr lang="ru-RU" sz="1200" b="0" dirty="0">
                        <a:latin typeface="X5 Sans" panose="020B0403020203020204" pitchFamily="34" charset="0"/>
                        <a:ea typeface="X5 Sans" panose="020B040302020302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385106"/>
                  </a:ext>
                </a:extLst>
              </a:tr>
              <a:tr h="5210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Проектирование</a:t>
                      </a:r>
                      <a:endParaRPr lang="ru-RU" sz="1200" b="0" kern="1200" dirty="0">
                        <a:solidFill>
                          <a:schemeClr val="tx1"/>
                        </a:solidFill>
                        <a:latin typeface="X5 Sans" panose="020B0403020203020204" pitchFamily="34" charset="0"/>
                        <a:ea typeface="X5 Sans" panose="020B040302020302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ilroy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18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Реализация</a:t>
                      </a:r>
                      <a:endParaRPr lang="ru-RU" sz="1200" b="0" kern="1200" dirty="0">
                        <a:solidFill>
                          <a:schemeClr val="tx1"/>
                        </a:solidFill>
                        <a:latin typeface="X5 Sans" panose="020B0403020203020204" pitchFamily="34" charset="0"/>
                        <a:ea typeface="X5 Sans" panose="020B040302020302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403167"/>
                  </a:ext>
                </a:extLst>
              </a:tr>
              <a:tr h="5624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ОПЭ (</a:t>
                      </a:r>
                      <a:r>
                        <a:rPr lang="ru-RU" sz="1200" b="0" kern="1200" dirty="0">
                          <a:solidFill>
                            <a:schemeClr val="tx1"/>
                          </a:solidFill>
                          <a:latin typeface="X5 Sans" panose="020B0403020203020204" pitchFamily="34" charset="0"/>
                          <a:ea typeface="X5 Sans" panose="020B0403020203020204" pitchFamily="34" charset="0"/>
                          <a:cs typeface="Calibri" panose="020F0502020204030204" pitchFamily="34" charset="0"/>
                        </a:rPr>
                        <a:t>Опытно- промышленная эксплуатация)</a:t>
                      </a: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471831"/>
                  </a:ext>
                </a:extLst>
              </a:tr>
            </a:tbl>
          </a:graphicData>
        </a:graphic>
      </p:graphicFrame>
      <p:sp>
        <p:nvSpPr>
          <p:cNvPr id="29" name="Прямоугольная выноска 49">
            <a:extLst>
              <a:ext uri="{FF2B5EF4-FFF2-40B4-BE49-F238E27FC236}">
                <a16:creationId xmlns:a16="http://schemas.microsoft.com/office/drawing/2014/main" id="{511B67C9-B312-480E-9D2D-F31129C9B86D}"/>
              </a:ext>
            </a:extLst>
          </p:cNvPr>
          <p:cNvSpPr/>
          <p:nvPr/>
        </p:nvSpPr>
        <p:spPr>
          <a:xfrm>
            <a:off x="4910873" y="2289443"/>
            <a:ext cx="982618" cy="243268"/>
          </a:xfrm>
          <a:prstGeom prst="wedgeRectCallout">
            <a:avLst>
              <a:gd name="adj1" fmla="val -69879"/>
              <a:gd name="adj2" fmla="val 172448"/>
            </a:avLst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>
              <a:defRPr/>
            </a:pPr>
            <a:r>
              <a:rPr lang="en-US" sz="800" b="1" kern="0" noProof="0" dirty="0">
                <a:latin typeface="Calibri" panose="020F0502020204030204"/>
                <a:ea typeface="Tahoma" panose="020B0604030504040204" pitchFamily="34" charset="0"/>
                <a:cs typeface="Tahoma" panose="020B0604030504040204" pitchFamily="34" charset="0"/>
              </a:rPr>
              <a:t>GO \ NO GO</a:t>
            </a:r>
            <a:endParaRPr kumimoji="0" lang="ru-RU" sz="800" b="1" i="0" u="none" kern="0" cap="none" spc="0" normalizeH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Прямоугольная выноска 52">
            <a:extLst>
              <a:ext uri="{FF2B5EF4-FFF2-40B4-BE49-F238E27FC236}">
                <a16:creationId xmlns:a16="http://schemas.microsoft.com/office/drawing/2014/main" id="{F861887D-9699-4AF1-9C6F-878B22BE2FBF}"/>
              </a:ext>
            </a:extLst>
          </p:cNvPr>
          <p:cNvSpPr/>
          <p:nvPr/>
        </p:nvSpPr>
        <p:spPr>
          <a:xfrm>
            <a:off x="7165443" y="2349893"/>
            <a:ext cx="1206543" cy="343867"/>
          </a:xfrm>
          <a:prstGeom prst="wedgeRectCallout">
            <a:avLst>
              <a:gd name="adj1" fmla="val -30512"/>
              <a:gd name="adj2" fmla="val 211196"/>
            </a:avLst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00" kern="0" dirty="0">
                <a:solidFill>
                  <a:prstClr val="black"/>
                </a:solidFill>
                <a:latin typeface="Calibri" panose="020F0502020204030204"/>
                <a:ea typeface="Tahoma" panose="020B0604030504040204" pitchFamily="34" charset="0"/>
                <a:cs typeface="Tahoma" panose="020B0604030504040204" pitchFamily="34" charset="0"/>
              </a:rPr>
              <a:t>Получены требования ДИБ</a:t>
            </a:r>
            <a:endParaRPr kumimoji="0" lang="ru-RU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Pentagon 661">
            <a:extLst>
              <a:ext uri="{FF2B5EF4-FFF2-40B4-BE49-F238E27FC236}">
                <a16:creationId xmlns:a16="http://schemas.microsoft.com/office/drawing/2014/main" id="{038A515C-08FD-455C-862D-8114BFBA4B26}"/>
              </a:ext>
            </a:extLst>
          </p:cNvPr>
          <p:cNvSpPr/>
          <p:nvPr/>
        </p:nvSpPr>
        <p:spPr>
          <a:xfrm>
            <a:off x="2870570" y="2111040"/>
            <a:ext cx="830317" cy="214718"/>
          </a:xfrm>
          <a:prstGeom prst="homePlate">
            <a:avLst>
              <a:gd name="adj" fmla="val 24788"/>
            </a:avLst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ru-RU" sz="1100" dirty="0">
                <a:solidFill>
                  <a:prstClr val="black"/>
                </a:solidFill>
                <a:latin typeface="Calibri" panose="020F0502020204030204"/>
              </a:rPr>
              <a:t>БРИФ</a:t>
            </a:r>
          </a:p>
        </p:txBody>
      </p:sp>
      <p:sp>
        <p:nvSpPr>
          <p:cNvPr id="32" name="Pentagon 661">
            <a:extLst>
              <a:ext uri="{FF2B5EF4-FFF2-40B4-BE49-F238E27FC236}">
                <a16:creationId xmlns:a16="http://schemas.microsoft.com/office/drawing/2014/main" id="{3C692F94-DAD6-49F6-A3C9-9D56468FE0E8}"/>
              </a:ext>
            </a:extLst>
          </p:cNvPr>
          <p:cNvSpPr/>
          <p:nvPr/>
        </p:nvSpPr>
        <p:spPr>
          <a:xfrm>
            <a:off x="3542546" y="2398458"/>
            <a:ext cx="539496" cy="243268"/>
          </a:xfrm>
          <a:prstGeom prst="homePlate">
            <a:avLst>
              <a:gd name="adj" fmla="val 24788"/>
            </a:avLst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ru-RU" sz="1100" dirty="0">
                <a:solidFill>
                  <a:prstClr val="black"/>
                </a:solidFill>
                <a:latin typeface="Calibri" panose="020F0502020204030204"/>
              </a:rPr>
              <a:t>Оценка</a:t>
            </a:r>
          </a:p>
        </p:txBody>
      </p:sp>
      <p:sp>
        <p:nvSpPr>
          <p:cNvPr id="33" name="Pentagon 661">
            <a:extLst>
              <a:ext uri="{FF2B5EF4-FFF2-40B4-BE49-F238E27FC236}">
                <a16:creationId xmlns:a16="http://schemas.microsoft.com/office/drawing/2014/main" id="{D7DEFC9D-BE76-4E41-9918-3CA606252F4C}"/>
              </a:ext>
            </a:extLst>
          </p:cNvPr>
          <p:cNvSpPr/>
          <p:nvPr/>
        </p:nvSpPr>
        <p:spPr>
          <a:xfrm>
            <a:off x="4626012" y="3128023"/>
            <a:ext cx="1607867" cy="378878"/>
          </a:xfrm>
          <a:prstGeom prst="homePlate">
            <a:avLst>
              <a:gd name="adj" fmla="val 24788"/>
            </a:avLst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ru-RU" sz="1100" dirty="0">
                <a:solidFill>
                  <a:prstClr val="black"/>
                </a:solidFill>
                <a:latin typeface="Calibri" panose="020F0502020204030204"/>
              </a:rPr>
              <a:t>Детализация требований</a:t>
            </a:r>
          </a:p>
        </p:txBody>
      </p:sp>
      <p:sp>
        <p:nvSpPr>
          <p:cNvPr id="34" name="Прямоугольная выноска 87">
            <a:extLst>
              <a:ext uri="{FF2B5EF4-FFF2-40B4-BE49-F238E27FC236}">
                <a16:creationId xmlns:a16="http://schemas.microsoft.com/office/drawing/2014/main" id="{91F25E64-ADEF-4BC3-B969-0A055FE69F00}"/>
              </a:ext>
            </a:extLst>
          </p:cNvPr>
          <p:cNvSpPr/>
          <p:nvPr/>
        </p:nvSpPr>
        <p:spPr>
          <a:xfrm>
            <a:off x="8585121" y="2937028"/>
            <a:ext cx="982618" cy="243268"/>
          </a:xfrm>
          <a:prstGeom prst="wedgeRectCallout">
            <a:avLst>
              <a:gd name="adj1" fmla="val -72964"/>
              <a:gd name="adj2" fmla="val 294148"/>
            </a:avLst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>
              <a:defRPr/>
            </a:pPr>
            <a:r>
              <a:rPr lang="ru-RU" sz="800" b="1" kern="0" noProof="0" dirty="0">
                <a:latin typeface="Calibri" panose="020F0502020204030204"/>
                <a:ea typeface="Tahoma" panose="020B0604030504040204" pitchFamily="34" charset="0"/>
                <a:cs typeface="Tahoma" panose="020B0604030504040204" pitchFamily="34" charset="0"/>
              </a:rPr>
              <a:t>Старт ОПЭ</a:t>
            </a:r>
            <a:endParaRPr kumimoji="0" lang="ru-RU" sz="800" b="1" i="0" u="none" kern="0" cap="none" spc="0" normalizeH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Прямоугольная выноска 88">
            <a:extLst>
              <a:ext uri="{FF2B5EF4-FFF2-40B4-BE49-F238E27FC236}">
                <a16:creationId xmlns:a16="http://schemas.microsoft.com/office/drawing/2014/main" id="{1F7DC900-0A30-4ABA-9568-C03817079AA3}"/>
              </a:ext>
            </a:extLst>
          </p:cNvPr>
          <p:cNvSpPr/>
          <p:nvPr/>
        </p:nvSpPr>
        <p:spPr>
          <a:xfrm>
            <a:off x="10567536" y="2847663"/>
            <a:ext cx="887744" cy="343867"/>
          </a:xfrm>
          <a:prstGeom prst="wedgeRectCallout">
            <a:avLst>
              <a:gd name="adj1" fmla="val 30338"/>
              <a:gd name="adj2" fmla="val 216905"/>
            </a:avLst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Tahoma" panose="020B0604030504040204" pitchFamily="34" charset="0"/>
                <a:cs typeface="Tahoma" panose="020B0604030504040204" pitchFamily="34" charset="0"/>
              </a:rPr>
              <a:t>Передача в </a:t>
            </a:r>
            <a:r>
              <a:rPr lang="ru-RU" sz="800" kern="0" dirty="0">
                <a:solidFill>
                  <a:prstClr val="black"/>
                </a:solidFill>
                <a:latin typeface="Calibri" panose="020F0502020204030204"/>
                <a:ea typeface="Tahoma" panose="020B0604030504040204" pitchFamily="34" charset="0"/>
                <a:cs typeface="Tahoma" panose="020B0604030504040204" pitchFamily="34" charset="0"/>
              </a:rPr>
              <a:t>сопровождение</a:t>
            </a:r>
            <a:endParaRPr kumimoji="0" lang="ru-RU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Pentagon 661">
            <a:extLst>
              <a:ext uri="{FF2B5EF4-FFF2-40B4-BE49-F238E27FC236}">
                <a16:creationId xmlns:a16="http://schemas.microsoft.com/office/drawing/2014/main" id="{CA33D501-6612-46C8-A098-9C173011F3CB}"/>
              </a:ext>
            </a:extLst>
          </p:cNvPr>
          <p:cNvSpPr/>
          <p:nvPr/>
        </p:nvSpPr>
        <p:spPr>
          <a:xfrm>
            <a:off x="5025305" y="3642382"/>
            <a:ext cx="3203793" cy="338352"/>
          </a:xfrm>
          <a:prstGeom prst="homePlate">
            <a:avLst>
              <a:gd name="adj" fmla="val 24788"/>
            </a:avLst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ru-RU" sz="1100" dirty="0">
                <a:solidFill>
                  <a:prstClr val="black"/>
                </a:solidFill>
                <a:latin typeface="Calibri" panose="020F0502020204030204"/>
              </a:rPr>
              <a:t>Разработка</a:t>
            </a:r>
          </a:p>
        </p:txBody>
      </p:sp>
      <p:sp>
        <p:nvSpPr>
          <p:cNvPr id="37" name="Pentagon 661">
            <a:extLst>
              <a:ext uri="{FF2B5EF4-FFF2-40B4-BE49-F238E27FC236}">
                <a16:creationId xmlns:a16="http://schemas.microsoft.com/office/drawing/2014/main" id="{E7C0B895-3691-4DB3-9DEF-81BEAE87009C}"/>
              </a:ext>
            </a:extLst>
          </p:cNvPr>
          <p:cNvSpPr/>
          <p:nvPr/>
        </p:nvSpPr>
        <p:spPr>
          <a:xfrm>
            <a:off x="7165443" y="4064711"/>
            <a:ext cx="1278860" cy="390878"/>
          </a:xfrm>
          <a:prstGeom prst="homePlate">
            <a:avLst>
              <a:gd name="adj" fmla="val 24788"/>
            </a:avLst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UAT/</a:t>
            </a:r>
            <a:r>
              <a:rPr lang="ru-RU" sz="1100" dirty="0">
                <a:solidFill>
                  <a:prstClr val="black"/>
                </a:solidFill>
                <a:latin typeface="Calibri" panose="020F0502020204030204"/>
              </a:rPr>
              <a:t>Демонстрации</a:t>
            </a:r>
          </a:p>
        </p:txBody>
      </p:sp>
      <p:sp>
        <p:nvSpPr>
          <p:cNvPr id="38" name="Pentagon 661">
            <a:extLst>
              <a:ext uri="{FF2B5EF4-FFF2-40B4-BE49-F238E27FC236}">
                <a16:creationId xmlns:a16="http://schemas.microsoft.com/office/drawing/2014/main" id="{69796B4C-A15C-44C1-824A-FB27C96DF092}"/>
              </a:ext>
            </a:extLst>
          </p:cNvPr>
          <p:cNvSpPr/>
          <p:nvPr/>
        </p:nvSpPr>
        <p:spPr>
          <a:xfrm>
            <a:off x="8444303" y="4656442"/>
            <a:ext cx="2479300" cy="338352"/>
          </a:xfrm>
          <a:prstGeom prst="homePlate">
            <a:avLst>
              <a:gd name="adj" fmla="val 57421"/>
            </a:avLst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ru-RU" sz="1100" dirty="0">
                <a:solidFill>
                  <a:prstClr val="black"/>
                </a:solidFill>
                <a:latin typeface="Calibri" panose="020F0502020204030204"/>
              </a:rPr>
              <a:t>ОПЭ</a:t>
            </a:r>
          </a:p>
        </p:txBody>
      </p:sp>
      <p:sp>
        <p:nvSpPr>
          <p:cNvPr id="39" name="Блок-схема: сортировка 38">
            <a:extLst>
              <a:ext uri="{FF2B5EF4-FFF2-40B4-BE49-F238E27FC236}">
                <a16:creationId xmlns:a16="http://schemas.microsoft.com/office/drawing/2014/main" id="{9504642D-1B17-4352-9573-A3487892DCDD}"/>
              </a:ext>
            </a:extLst>
          </p:cNvPr>
          <p:cNvSpPr/>
          <p:nvPr/>
        </p:nvSpPr>
        <p:spPr>
          <a:xfrm>
            <a:off x="4621538" y="2740304"/>
            <a:ext cx="182207" cy="130288"/>
          </a:xfrm>
          <a:prstGeom prst="flowChartSort">
            <a:avLst/>
          </a:prstGeom>
          <a:solidFill>
            <a:srgbClr val="F48702"/>
          </a:solidFill>
          <a:ln w="12700" cap="flat" cmpd="sng" algn="ctr">
            <a:solidFill>
              <a:srgbClr val="F4870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Блок-схема: сортировка 39">
            <a:extLst>
              <a:ext uri="{FF2B5EF4-FFF2-40B4-BE49-F238E27FC236}">
                <a16:creationId xmlns:a16="http://schemas.microsoft.com/office/drawing/2014/main" id="{D65D0BFD-4F5D-4473-917D-A6B9ACBD0340}"/>
              </a:ext>
            </a:extLst>
          </p:cNvPr>
          <p:cNvSpPr/>
          <p:nvPr/>
        </p:nvSpPr>
        <p:spPr>
          <a:xfrm>
            <a:off x="7289060" y="3252318"/>
            <a:ext cx="182207" cy="130288"/>
          </a:xfrm>
          <a:prstGeom prst="flowChartSort">
            <a:avLst/>
          </a:prstGeom>
          <a:solidFill>
            <a:srgbClr val="F48702"/>
          </a:solidFill>
          <a:ln w="12700" cap="flat" cmpd="sng" algn="ctr">
            <a:solidFill>
              <a:srgbClr val="F4870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Блок-схема: сортировка 40">
            <a:extLst>
              <a:ext uri="{FF2B5EF4-FFF2-40B4-BE49-F238E27FC236}">
                <a16:creationId xmlns:a16="http://schemas.microsoft.com/office/drawing/2014/main" id="{0EBA17FB-89EF-4448-86EE-83C4F319CCAC}"/>
              </a:ext>
            </a:extLst>
          </p:cNvPr>
          <p:cNvSpPr/>
          <p:nvPr/>
        </p:nvSpPr>
        <p:spPr>
          <a:xfrm>
            <a:off x="8262096" y="3746414"/>
            <a:ext cx="182207" cy="130288"/>
          </a:xfrm>
          <a:prstGeom prst="flowChartSort">
            <a:avLst/>
          </a:prstGeom>
          <a:solidFill>
            <a:srgbClr val="F48702"/>
          </a:solidFill>
          <a:ln w="12700" cap="flat" cmpd="sng" algn="ctr">
            <a:solidFill>
              <a:srgbClr val="F4870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Блок-схема: сортировка 41">
            <a:extLst>
              <a:ext uri="{FF2B5EF4-FFF2-40B4-BE49-F238E27FC236}">
                <a16:creationId xmlns:a16="http://schemas.microsoft.com/office/drawing/2014/main" id="{96CD63CC-4382-4F10-9E88-D776176D4A27}"/>
              </a:ext>
            </a:extLst>
          </p:cNvPr>
          <p:cNvSpPr/>
          <p:nvPr/>
        </p:nvSpPr>
        <p:spPr>
          <a:xfrm>
            <a:off x="11229831" y="3781307"/>
            <a:ext cx="182207" cy="130288"/>
          </a:xfrm>
          <a:prstGeom prst="flowChartSort">
            <a:avLst/>
          </a:prstGeom>
          <a:solidFill>
            <a:srgbClr val="F48702"/>
          </a:solidFill>
          <a:ln w="12700" cap="flat" cmpd="sng" algn="ctr">
            <a:solidFill>
              <a:srgbClr val="F4870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Pentagon 661">
            <a:extLst>
              <a:ext uri="{FF2B5EF4-FFF2-40B4-BE49-F238E27FC236}">
                <a16:creationId xmlns:a16="http://schemas.microsoft.com/office/drawing/2014/main" id="{BA87DD5B-0558-49DA-9C4A-C406677928BD}"/>
              </a:ext>
            </a:extLst>
          </p:cNvPr>
          <p:cNvSpPr/>
          <p:nvPr/>
        </p:nvSpPr>
        <p:spPr>
          <a:xfrm>
            <a:off x="6270683" y="3128089"/>
            <a:ext cx="981573" cy="378878"/>
          </a:xfrm>
          <a:prstGeom prst="homePlate">
            <a:avLst>
              <a:gd name="adj" fmla="val 24788"/>
            </a:avLst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Solution </a:t>
            </a:r>
            <a:r>
              <a:rPr lang="ru-RU" sz="1100" dirty="0">
                <a:solidFill>
                  <a:prstClr val="black"/>
                </a:solidFill>
                <a:latin typeface="Calibri" panose="020F0502020204030204"/>
              </a:rPr>
              <a:t>архитектура</a:t>
            </a:r>
          </a:p>
        </p:txBody>
      </p:sp>
      <p:sp>
        <p:nvSpPr>
          <p:cNvPr id="44" name="Pentagon 661">
            <a:extLst>
              <a:ext uri="{FF2B5EF4-FFF2-40B4-BE49-F238E27FC236}">
                <a16:creationId xmlns:a16="http://schemas.microsoft.com/office/drawing/2014/main" id="{F028FE0B-2CD1-400F-B90D-61466D3160D6}"/>
              </a:ext>
            </a:extLst>
          </p:cNvPr>
          <p:cNvSpPr/>
          <p:nvPr/>
        </p:nvSpPr>
        <p:spPr>
          <a:xfrm>
            <a:off x="8477301" y="3664582"/>
            <a:ext cx="2715090" cy="338352"/>
          </a:xfrm>
          <a:prstGeom prst="homePlate">
            <a:avLst>
              <a:gd name="adj" fmla="val 24788"/>
            </a:avLst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ru-RU" sz="1100" dirty="0">
                <a:solidFill>
                  <a:prstClr val="black"/>
                </a:solidFill>
                <a:latin typeface="Calibri" panose="020F0502020204030204"/>
              </a:rPr>
              <a:t>Оптимизация решения после старта ОПЭ</a:t>
            </a:r>
          </a:p>
        </p:txBody>
      </p:sp>
      <p:sp>
        <p:nvSpPr>
          <p:cNvPr id="45" name="Pentagon 661">
            <a:extLst>
              <a:ext uri="{FF2B5EF4-FFF2-40B4-BE49-F238E27FC236}">
                <a16:creationId xmlns:a16="http://schemas.microsoft.com/office/drawing/2014/main" id="{2B924239-9D40-40C7-B127-8C8A91DB29F8}"/>
              </a:ext>
            </a:extLst>
          </p:cNvPr>
          <p:cNvSpPr/>
          <p:nvPr/>
        </p:nvSpPr>
        <p:spPr>
          <a:xfrm>
            <a:off x="4082042" y="2693760"/>
            <a:ext cx="539496" cy="243268"/>
          </a:xfrm>
          <a:prstGeom prst="homePlate">
            <a:avLst>
              <a:gd name="adj" fmla="val 24788"/>
            </a:avLst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ru-RU" sz="1100" dirty="0">
                <a:solidFill>
                  <a:prstClr val="black"/>
                </a:solidFill>
                <a:latin typeface="Calibri" panose="020F0502020204030204"/>
              </a:rPr>
              <a:t>ИК</a:t>
            </a:r>
          </a:p>
        </p:txBody>
      </p:sp>
      <p:sp>
        <p:nvSpPr>
          <p:cNvPr id="46" name="Pentagon 661">
            <a:extLst>
              <a:ext uri="{FF2B5EF4-FFF2-40B4-BE49-F238E27FC236}">
                <a16:creationId xmlns:a16="http://schemas.microsoft.com/office/drawing/2014/main" id="{1549E5AE-4C9F-49CF-B304-FE274D746951}"/>
              </a:ext>
            </a:extLst>
          </p:cNvPr>
          <p:cNvSpPr/>
          <p:nvPr/>
        </p:nvSpPr>
        <p:spPr>
          <a:xfrm>
            <a:off x="10943757" y="4675417"/>
            <a:ext cx="785784" cy="338352"/>
          </a:xfrm>
          <a:prstGeom prst="homePlate">
            <a:avLst>
              <a:gd name="adj" fmla="val 24788"/>
            </a:avLst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ru-RU" sz="1100" dirty="0">
                <a:solidFill>
                  <a:prstClr val="black"/>
                </a:solidFill>
                <a:latin typeface="Calibri" panose="020F0502020204030204"/>
              </a:rPr>
              <a:t>Закрытие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149335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/>
          <p:cNvSpPr/>
          <p:nvPr/>
        </p:nvSpPr>
        <p:spPr>
          <a:xfrm>
            <a:off x="1" y="1"/>
            <a:ext cx="12191999" cy="1046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sp>
        <p:nvSpPr>
          <p:cNvPr id="109" name="Овал 108"/>
          <p:cNvSpPr/>
          <p:nvPr/>
        </p:nvSpPr>
        <p:spPr>
          <a:xfrm>
            <a:off x="11739418" y="124778"/>
            <a:ext cx="298383" cy="2854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pic>
        <p:nvPicPr>
          <p:cNvPr id="103" name="Image 6" descr="preencoded.png">
            <a:extLst>
              <a:ext uri="{FF2B5EF4-FFF2-40B4-BE49-F238E27FC236}">
                <a16:creationId xmlns:a16="http://schemas.microsoft.com/office/drawing/2014/main" id="{C0D168D8-D3AD-4198-910E-D86BDBDE4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2875" y="114300"/>
            <a:ext cx="628650" cy="180975"/>
          </a:xfrm>
          <a:prstGeom prst="rect">
            <a:avLst/>
          </a:prstGeom>
        </p:spPr>
      </p:pic>
      <p:sp>
        <p:nvSpPr>
          <p:cNvPr id="108" name="Номер слайда 4">
            <a:extLst>
              <a:ext uri="{FF2B5EF4-FFF2-40B4-BE49-F238E27FC236}">
                <a16:creationId xmlns:a16="http://schemas.microsoft.com/office/drawing/2014/main" id="{974669CF-F3E2-4B8A-AD19-64D3ED301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9541" y="202668"/>
            <a:ext cx="318135" cy="11864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6FE9D3-F4ED-4A78-AE68-5D32F6CAB728}" type="slidenum">
              <a:rPr kumimoji="0" lang="ru-RU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 Medium" panose="020B0503020203020204" pitchFamily="34" charset="0"/>
              <a:ea typeface="X5 Sans Medium" panose="020B0503020203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22" name="Text 0"/>
          <p:cNvSpPr/>
          <p:nvPr/>
        </p:nvSpPr>
        <p:spPr>
          <a:xfrm>
            <a:off x="457200" y="388020"/>
            <a:ext cx="9524098" cy="47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kern="0" dirty="0">
                <a:solidFill>
                  <a:srgbClr val="191923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Segoe UI Semibold" panose="020B0702040204020203" pitchFamily="34" charset="0"/>
              </a:rPr>
              <a:t>Описание проекта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191923"/>
              </a:solidFill>
              <a:effectLst/>
              <a:uLnTx/>
              <a:uFillTx/>
              <a:latin typeface="X5 Sans Medium" panose="020B0503020203020204" pitchFamily="34" charset="0"/>
              <a:ea typeface="X5 Sans Medium" panose="020B0503020203020204" pitchFamily="34" charset="0"/>
              <a:cs typeface="Segoe UI Semibold" panose="020B0702040204020203" pitchFamily="34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DC99564-1782-441B-A7B6-9427BFDB8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41276"/>
              </p:ext>
            </p:extLst>
          </p:nvPr>
        </p:nvGraphicFramePr>
        <p:xfrm>
          <a:off x="277628" y="1178496"/>
          <a:ext cx="11311187" cy="5291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4129">
                  <a:extLst>
                    <a:ext uri="{9D8B030D-6E8A-4147-A177-3AD203B41FA5}">
                      <a16:colId xmlns:a16="http://schemas.microsoft.com/office/drawing/2014/main" val="2848319639"/>
                    </a:ext>
                  </a:extLst>
                </a:gridCol>
                <a:gridCol w="5957058">
                  <a:extLst>
                    <a:ext uri="{9D8B030D-6E8A-4147-A177-3AD203B41FA5}">
                      <a16:colId xmlns:a16="http://schemas.microsoft.com/office/drawing/2014/main" val="1197353061"/>
                    </a:ext>
                  </a:extLst>
                </a:gridCol>
              </a:tblGrid>
              <a:tr h="34194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AS IS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marL="6350" marR="6350" marT="6350" marB="0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TO BE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marL="6350" marR="6350" marT="6350" marB="0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009996"/>
                  </a:ext>
                </a:extLst>
              </a:tr>
              <a:tr h="693295">
                <a:tc>
                  <a:txBody>
                    <a:bodyPr/>
                    <a:lstStyle/>
                    <a:p>
                      <a:pPr lvl="0" algn="ctr" fontAlgn="t"/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 </a:t>
                      </a:r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Отсутствует прозрачность процесса </a:t>
                      </a:r>
                      <a:r>
                        <a:rPr lang="ru-RU" sz="1400" u="none" strike="noStrike" dirty="0"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— история согласования видна только участникам переписки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marL="6350" marR="6350" marT="635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t"/>
                      <a:r>
                        <a:rPr lang="ru-RU" sz="1400" b="1" u="none" strike="noStrike" dirty="0">
                          <a:solidFill>
                            <a:srgbClr val="00B050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История согласований сохраняется </a:t>
                      </a:r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и</a:t>
                      </a:r>
                      <a:r>
                        <a:rPr lang="ru-RU" sz="1400" b="1" u="none" strike="noStrike" dirty="0">
                          <a:solidFill>
                            <a:srgbClr val="00B050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</a:t>
                      </a:r>
                      <a:r>
                        <a:rPr lang="ru-RU" sz="1400" u="none" strike="noStrike" dirty="0"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доступна при смене исполнителей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marL="6350" marR="6350" marT="635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160710"/>
                  </a:ext>
                </a:extLst>
              </a:tr>
              <a:tr h="683889">
                <a:tc>
                  <a:txBody>
                    <a:bodyPr/>
                    <a:lstStyle/>
                    <a:p>
                      <a:pPr lvl="0" algn="ctr" fontAlgn="t"/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Отсутствует общее хранилище  документов</a:t>
                      </a:r>
                      <a:endParaRPr lang="ru-RU" sz="1400" b="1" i="0" u="none" strike="noStrike" dirty="0">
                        <a:solidFill>
                          <a:srgbClr val="FF0000"/>
                        </a:solidFill>
                        <a:effectLst/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marL="6350" marR="6350" marT="635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t"/>
                      <a:r>
                        <a:rPr lang="ru-RU" sz="1400" b="1" u="none" strike="noStrike" dirty="0">
                          <a:solidFill>
                            <a:srgbClr val="00B050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Единое цифровое хранилище: </a:t>
                      </a:r>
                      <a:r>
                        <a:rPr lang="ru-RU" sz="1400" u="none" strike="noStrike" dirty="0"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все итоговые версии документов и бюджетов хранятся в одном месте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marL="6350" marR="6350" marT="635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484137"/>
                  </a:ext>
                </a:extLst>
              </a:tr>
              <a:tr h="683889">
                <a:tc>
                  <a:txBody>
                    <a:bodyPr/>
                    <a:lstStyle/>
                    <a:p>
                      <a:pPr lvl="0" algn="ctr" fontAlgn="t"/>
                      <a:r>
                        <a:rPr lang="en-US" sz="1400" u="none" strike="noStrike" dirty="0"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   </a:t>
                      </a:r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Отсутствие анализа </a:t>
                      </a: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SLA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marL="6350" marR="6350" marT="635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t"/>
                      <a:r>
                        <a:rPr lang="ru-RU" sz="1400" b="1" u="none" strike="noStrike" dirty="0">
                          <a:solidFill>
                            <a:srgbClr val="00B050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Аналитика SLA: </a:t>
                      </a:r>
                      <a:r>
                        <a:rPr lang="ru-RU" sz="1400" u="none" strike="noStrike" dirty="0"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появится возможность отслеживать и анализировать сроки выполнения 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marL="6350" marR="6350" marT="635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926666"/>
                  </a:ext>
                </a:extLst>
              </a:tr>
              <a:tr h="1025833">
                <a:tc>
                  <a:txBody>
                    <a:bodyPr/>
                    <a:lstStyle/>
                    <a:p>
                      <a:pPr lvl="0" algn="ctr" fontAlgn="t"/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Ошибки при согласовании</a:t>
                      </a:r>
                      <a:r>
                        <a:rPr lang="ru-RU" sz="1400" u="none" strike="noStrike" dirty="0"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: неверные вложения, путаница в итоговых версиях документов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marL="6350" marR="6350" marT="635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t"/>
                      <a:r>
                        <a:rPr lang="ru-RU" sz="1400" b="1" u="none" strike="noStrike" dirty="0">
                          <a:solidFill>
                            <a:srgbClr val="00B050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Снижение ошибок: </a:t>
                      </a:r>
                      <a:r>
                        <a:rPr lang="ru-RU" sz="1400" u="none" strike="noStrike" dirty="0"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минимизация человеческого фактора за счёт единой системы с контролем версий и автоматической привязкой документов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marL="6350" marR="6350" marT="635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447778"/>
                  </a:ext>
                </a:extLst>
              </a:tr>
              <a:tr h="1178745">
                <a:tc>
                  <a:txBody>
                    <a:bodyPr/>
                    <a:lstStyle/>
                    <a:p>
                      <a:pPr lvl="0" algn="ctr" fontAlgn="t"/>
                      <a:r>
                        <a:rPr lang="ru-RU" sz="1400" u="none" strike="noStrike" dirty="0"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Формирование презентации требует </a:t>
                      </a:r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ручной загрузки скриншотов, таблиц и согласований </a:t>
                      </a:r>
                      <a:r>
                        <a:rPr lang="ru-RU" sz="1400" u="none" strike="noStrike" dirty="0"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в ГИС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marL="6350" marR="6350" marT="635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t"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</a:pPr>
                      <a:r>
                        <a:rPr lang="ru-RU" sz="1400" b="1" u="none" strike="noStrike" dirty="0">
                          <a:solidFill>
                            <a:srgbClr val="00B050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Бесшовный процесс интеграции с ГИС: </a:t>
                      </a:r>
                    </a:p>
                    <a:p>
                      <a:pPr lvl="0" algn="ctr" fontAlgn="t"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</a:pPr>
                      <a:r>
                        <a:rPr lang="ru-RU" sz="1400" u="none" strike="noStrike" dirty="0"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1. Создание проекта на Портале  по данным из ГИС</a:t>
                      </a:r>
                    </a:p>
                    <a:p>
                      <a:pPr lvl="0" algn="ctr" fontAlgn="t"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</a:pPr>
                      <a:r>
                        <a:rPr lang="ru-RU" sz="1400" u="none" strike="noStrike" dirty="0"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2. Автоматическое формирование Презентации по факту согласований документов    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marL="6350" marR="6350" marT="635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061371"/>
                  </a:ext>
                </a:extLst>
              </a:tr>
              <a:tr h="683889">
                <a:tc>
                  <a:txBody>
                    <a:bodyPr/>
                    <a:lstStyle/>
                    <a:p>
                      <a:pPr lvl="0" algn="ctr" fontAlgn="t"/>
                      <a:r>
                        <a:rPr lang="ru-RU" sz="1400" u="none" strike="noStrike" dirty="0"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Процесс согласования </a:t>
                      </a:r>
                      <a:r>
                        <a:rPr lang="ru-RU" sz="1400" b="1" u="none" strike="noStrike" dirty="0">
                          <a:solidFill>
                            <a:srgbClr val="00B050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не привязан к технической исправности систем</a:t>
                      </a:r>
                      <a:endParaRPr lang="ru-RU" sz="1400" b="1" i="0" u="none" strike="noStrike" dirty="0">
                        <a:solidFill>
                          <a:srgbClr val="00B050"/>
                        </a:solidFill>
                        <a:effectLst/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marL="6350" marR="6350" marT="635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t"/>
                      <a:r>
                        <a:rPr lang="ru-RU" sz="1400" b="1" u="none" strike="noStrike" dirty="0">
                          <a:solidFill>
                            <a:srgbClr val="FF0000"/>
                          </a:solidFill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Обучение сотрудников </a:t>
                      </a:r>
                      <a:r>
                        <a:rPr lang="ru-RU" sz="1400" u="none" strike="noStrike" dirty="0">
                          <a:effectLst/>
                          <a:latin typeface="X5 Sans" panose="020B0403020203020204" pitchFamily="34" charset="0"/>
                          <a:ea typeface="X5 Sans" panose="020B0403020203020204" pitchFamily="34" charset="0"/>
                        </a:rPr>
                        <a:t>работе на Портале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X5 Sans" panose="020B0403020203020204" pitchFamily="34" charset="0"/>
                        <a:ea typeface="X5 Sans" panose="020B0403020203020204" pitchFamily="34" charset="0"/>
                      </a:endParaRPr>
                    </a:p>
                  </a:txBody>
                  <a:tcPr marL="6350" marR="6350" marT="635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656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508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/>
          <p:cNvSpPr/>
          <p:nvPr/>
        </p:nvSpPr>
        <p:spPr>
          <a:xfrm>
            <a:off x="1" y="1"/>
            <a:ext cx="12191999" cy="1046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sp>
        <p:nvSpPr>
          <p:cNvPr id="109" name="Овал 108"/>
          <p:cNvSpPr/>
          <p:nvPr/>
        </p:nvSpPr>
        <p:spPr>
          <a:xfrm>
            <a:off x="11739418" y="124778"/>
            <a:ext cx="298383" cy="2854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pic>
        <p:nvPicPr>
          <p:cNvPr id="103" name="Image 6" descr="preencoded.png">
            <a:extLst>
              <a:ext uri="{FF2B5EF4-FFF2-40B4-BE49-F238E27FC236}">
                <a16:creationId xmlns:a16="http://schemas.microsoft.com/office/drawing/2014/main" id="{C0D168D8-D3AD-4198-910E-D86BDBDE4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2875" y="114300"/>
            <a:ext cx="628650" cy="180975"/>
          </a:xfrm>
          <a:prstGeom prst="rect">
            <a:avLst/>
          </a:prstGeom>
        </p:spPr>
      </p:pic>
      <p:sp>
        <p:nvSpPr>
          <p:cNvPr id="108" name="Номер слайда 4">
            <a:extLst>
              <a:ext uri="{FF2B5EF4-FFF2-40B4-BE49-F238E27FC236}">
                <a16:creationId xmlns:a16="http://schemas.microsoft.com/office/drawing/2014/main" id="{974669CF-F3E2-4B8A-AD19-64D3ED301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9541" y="202668"/>
            <a:ext cx="318135" cy="11864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6FE9D3-F4ED-4A78-AE68-5D32F6CAB728}" type="slidenum">
              <a:rPr kumimoji="0" lang="ru-RU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 Medium" panose="020B0503020203020204" pitchFamily="34" charset="0"/>
              <a:ea typeface="X5 Sans Medium" panose="020B0503020203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22" name="Text 0"/>
          <p:cNvSpPr/>
          <p:nvPr/>
        </p:nvSpPr>
        <p:spPr>
          <a:xfrm>
            <a:off x="457200" y="388020"/>
            <a:ext cx="9524098" cy="47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Segoe UI Semibold" panose="020B0702040204020203" pitchFamily="34" charset="0"/>
              </a:rPr>
              <a:t>Визуализация проекта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B8AB85B-1EC7-4E66-BCA1-383E69D947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14" y="1139003"/>
            <a:ext cx="9163171" cy="55737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D4BC92-9C99-470A-BE78-6412AA119581}"/>
              </a:ext>
            </a:extLst>
          </p:cNvPr>
          <p:cNvSpPr txBox="1"/>
          <p:nvPr/>
        </p:nvSpPr>
        <p:spPr>
          <a:xfrm>
            <a:off x="345479" y="754077"/>
            <a:ext cx="37304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Стартовая страница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2918304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/>
          <p:cNvSpPr/>
          <p:nvPr/>
        </p:nvSpPr>
        <p:spPr>
          <a:xfrm>
            <a:off x="1" y="1"/>
            <a:ext cx="12191999" cy="1046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sp>
        <p:nvSpPr>
          <p:cNvPr id="109" name="Овал 108"/>
          <p:cNvSpPr/>
          <p:nvPr/>
        </p:nvSpPr>
        <p:spPr>
          <a:xfrm>
            <a:off x="11739418" y="124778"/>
            <a:ext cx="298383" cy="2854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pic>
        <p:nvPicPr>
          <p:cNvPr id="103" name="Image 6" descr="preencoded.png">
            <a:extLst>
              <a:ext uri="{FF2B5EF4-FFF2-40B4-BE49-F238E27FC236}">
                <a16:creationId xmlns:a16="http://schemas.microsoft.com/office/drawing/2014/main" id="{C0D168D8-D3AD-4198-910E-D86BDBDE4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2875" y="114300"/>
            <a:ext cx="628650" cy="180975"/>
          </a:xfrm>
          <a:prstGeom prst="rect">
            <a:avLst/>
          </a:prstGeom>
        </p:spPr>
      </p:pic>
      <p:sp>
        <p:nvSpPr>
          <p:cNvPr id="108" name="Номер слайда 4">
            <a:extLst>
              <a:ext uri="{FF2B5EF4-FFF2-40B4-BE49-F238E27FC236}">
                <a16:creationId xmlns:a16="http://schemas.microsoft.com/office/drawing/2014/main" id="{974669CF-F3E2-4B8A-AD19-64D3ED301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9541" y="202668"/>
            <a:ext cx="318135" cy="11864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6FE9D3-F4ED-4A78-AE68-5D32F6CAB728}" type="slidenum">
              <a:rPr kumimoji="0" lang="ru-RU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 Medium" panose="020B0503020203020204" pitchFamily="34" charset="0"/>
              <a:ea typeface="X5 Sans Medium" panose="020B0503020203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22" name="Text 0"/>
          <p:cNvSpPr/>
          <p:nvPr/>
        </p:nvSpPr>
        <p:spPr>
          <a:xfrm>
            <a:off x="457200" y="388020"/>
            <a:ext cx="9524098" cy="47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Segoe UI Semibold" panose="020B0702040204020203" pitchFamily="34" charset="0"/>
              </a:rPr>
              <a:t>Визуализация проекта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718CD6-A30A-403E-8565-9C760E4B84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906" y="1142244"/>
            <a:ext cx="8826187" cy="55326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17DF94-5944-4549-99C4-65BB625C9BDA}"/>
              </a:ext>
            </a:extLst>
          </p:cNvPr>
          <p:cNvSpPr txBox="1"/>
          <p:nvPr/>
        </p:nvSpPr>
        <p:spPr>
          <a:xfrm>
            <a:off x="410578" y="787644"/>
            <a:ext cx="2002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Карточка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391578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/>
          <p:cNvSpPr/>
          <p:nvPr/>
        </p:nvSpPr>
        <p:spPr>
          <a:xfrm>
            <a:off x="1" y="1"/>
            <a:ext cx="12191999" cy="1046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sp>
        <p:nvSpPr>
          <p:cNvPr id="109" name="Овал 108"/>
          <p:cNvSpPr/>
          <p:nvPr/>
        </p:nvSpPr>
        <p:spPr>
          <a:xfrm>
            <a:off x="11739418" y="124778"/>
            <a:ext cx="298383" cy="2854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pic>
        <p:nvPicPr>
          <p:cNvPr id="103" name="Image 6" descr="preencoded.png">
            <a:extLst>
              <a:ext uri="{FF2B5EF4-FFF2-40B4-BE49-F238E27FC236}">
                <a16:creationId xmlns:a16="http://schemas.microsoft.com/office/drawing/2014/main" id="{C0D168D8-D3AD-4198-910E-D86BDBDE4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2875" y="114300"/>
            <a:ext cx="628650" cy="180975"/>
          </a:xfrm>
          <a:prstGeom prst="rect">
            <a:avLst/>
          </a:prstGeom>
        </p:spPr>
      </p:pic>
      <p:sp>
        <p:nvSpPr>
          <p:cNvPr id="108" name="Номер слайда 4">
            <a:extLst>
              <a:ext uri="{FF2B5EF4-FFF2-40B4-BE49-F238E27FC236}">
                <a16:creationId xmlns:a16="http://schemas.microsoft.com/office/drawing/2014/main" id="{974669CF-F3E2-4B8A-AD19-64D3ED301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9541" y="202668"/>
            <a:ext cx="318135" cy="11864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6FE9D3-F4ED-4A78-AE68-5D32F6CAB728}" type="slidenum">
              <a:rPr kumimoji="0" lang="ru-RU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ru-RU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 Medium" panose="020B0503020203020204" pitchFamily="34" charset="0"/>
              <a:ea typeface="X5 Sans Medium" panose="020B0503020203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22" name="Text 0"/>
          <p:cNvSpPr/>
          <p:nvPr/>
        </p:nvSpPr>
        <p:spPr>
          <a:xfrm>
            <a:off x="457200" y="388020"/>
            <a:ext cx="9524098" cy="47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Segoe UI Semibold" panose="020B0702040204020203" pitchFamily="34" charset="0"/>
              </a:rPr>
              <a:t>Визуализация проекта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17DF94-5944-4549-99C4-65BB625C9BDA}"/>
              </a:ext>
            </a:extLst>
          </p:cNvPr>
          <p:cNvSpPr txBox="1"/>
          <p:nvPr/>
        </p:nvSpPr>
        <p:spPr>
          <a:xfrm>
            <a:off x="410578" y="787644"/>
            <a:ext cx="18076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График проекта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C62CB0C-68DA-4784-A45F-4879E25C39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595" y="1149966"/>
            <a:ext cx="8784359" cy="552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14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/>
          <p:cNvSpPr/>
          <p:nvPr/>
        </p:nvSpPr>
        <p:spPr>
          <a:xfrm>
            <a:off x="1" y="1"/>
            <a:ext cx="12191999" cy="1046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sp>
        <p:nvSpPr>
          <p:cNvPr id="109" name="Овал 108"/>
          <p:cNvSpPr/>
          <p:nvPr/>
        </p:nvSpPr>
        <p:spPr>
          <a:xfrm>
            <a:off x="11739418" y="124778"/>
            <a:ext cx="298383" cy="2854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"/>
              <a:ea typeface="+mn-ea"/>
              <a:cs typeface="+mn-cs"/>
            </a:endParaRPr>
          </a:p>
        </p:txBody>
      </p:sp>
      <p:pic>
        <p:nvPicPr>
          <p:cNvPr id="103" name="Image 6" descr="preencoded.png">
            <a:extLst>
              <a:ext uri="{FF2B5EF4-FFF2-40B4-BE49-F238E27FC236}">
                <a16:creationId xmlns:a16="http://schemas.microsoft.com/office/drawing/2014/main" id="{C0D168D8-D3AD-4198-910E-D86BDBDE4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2875" y="114300"/>
            <a:ext cx="628650" cy="180975"/>
          </a:xfrm>
          <a:prstGeom prst="rect">
            <a:avLst/>
          </a:prstGeom>
        </p:spPr>
      </p:pic>
      <p:sp>
        <p:nvSpPr>
          <p:cNvPr id="108" name="Номер слайда 4">
            <a:extLst>
              <a:ext uri="{FF2B5EF4-FFF2-40B4-BE49-F238E27FC236}">
                <a16:creationId xmlns:a16="http://schemas.microsoft.com/office/drawing/2014/main" id="{974669CF-F3E2-4B8A-AD19-64D3ED301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9541" y="202668"/>
            <a:ext cx="318135" cy="11864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6FE9D3-F4ED-4A78-AE68-5D32F6CAB728}" type="slidenum">
              <a:rPr kumimoji="0" lang="ru-RU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Open Sans SemiBold" panose="020B0706030804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ru-RU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X5 Sans Medium" panose="020B0503020203020204" pitchFamily="34" charset="0"/>
              <a:ea typeface="X5 Sans Medium" panose="020B0503020203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22" name="Text 0"/>
          <p:cNvSpPr/>
          <p:nvPr/>
        </p:nvSpPr>
        <p:spPr>
          <a:xfrm>
            <a:off x="457200" y="388020"/>
            <a:ext cx="9524098" cy="47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X5 Sans Medium" panose="020B0503020203020204" pitchFamily="34" charset="0"/>
                <a:ea typeface="X5 Sans Medium" panose="020B0503020203020204" pitchFamily="34" charset="0"/>
                <a:cs typeface="Segoe UI Semibold" panose="020B0702040204020203" pitchFamily="34" charset="0"/>
              </a:rPr>
              <a:t>Визуализация проекта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17DF94-5944-4549-99C4-65BB625C9BDA}"/>
              </a:ext>
            </a:extLst>
          </p:cNvPr>
          <p:cNvSpPr txBox="1"/>
          <p:nvPr/>
        </p:nvSpPr>
        <p:spPr>
          <a:xfrm>
            <a:off x="410578" y="787644"/>
            <a:ext cx="895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Задача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099890-0F6F-42D9-9162-B5954D1E5D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269" y="956921"/>
            <a:ext cx="9536531" cy="580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8561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YitzQIFSSmC8yb4HcskQ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VaNioeQEy1srSxzx_jY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irArrow"/>
  <p:tag name="TYPE" val="McK DirArro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racke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Chevr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oubleChevr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oubleChevron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DoubleBoat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Shap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Text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Shap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Text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6uegTCgRWO_36p.38Ovr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xnm3EvQ2SxIlRz0FHyR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xnm3EvQ2SxIlRz0FHyR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1EHPTmFRmyACqIPdFwTm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YitzQIFSSmC8yb4HcskQ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Х5_v2">
      <a:dk1>
        <a:srgbClr val="231E20"/>
      </a:dk1>
      <a:lt1>
        <a:srgbClr val="FFFFFF"/>
      </a:lt1>
      <a:dk2>
        <a:srgbClr val="302F34"/>
      </a:dk2>
      <a:lt2>
        <a:srgbClr val="939599"/>
      </a:lt2>
      <a:accent1>
        <a:srgbClr val="F47920"/>
      </a:accent1>
      <a:accent2>
        <a:srgbClr val="EE3124"/>
      </a:accent2>
      <a:accent3>
        <a:srgbClr val="80C340"/>
      </a:accent3>
      <a:accent4>
        <a:srgbClr val="0C8B46"/>
      </a:accent4>
      <a:accent5>
        <a:srgbClr val="045827"/>
      </a:accent5>
      <a:accent6>
        <a:srgbClr val="FFFFFF"/>
      </a:accent6>
      <a:hlink>
        <a:srgbClr val="0563C1"/>
      </a:hlink>
      <a:folHlink>
        <a:srgbClr val="954F72"/>
      </a:folHlink>
    </a:clrScheme>
    <a:fontScheme name="Другая 3">
      <a:majorFont>
        <a:latin typeface="X5 Sans Medium"/>
        <a:ea typeface=""/>
        <a:cs typeface=""/>
      </a:majorFont>
      <a:minorFont>
        <a:latin typeface="X5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Firm Format - template_Blue">
  <a:themeElements>
    <a:clrScheme name="X5RetailGroup">
      <a:dk1>
        <a:srgbClr val="000000"/>
      </a:dk1>
      <a:lt1>
        <a:srgbClr val="FFFFFF"/>
      </a:lt1>
      <a:dk2>
        <a:srgbClr val="9F1201"/>
      </a:dk2>
      <a:lt2>
        <a:srgbClr val="FFFFFF"/>
      </a:lt2>
      <a:accent1>
        <a:srgbClr val="F7E2B4"/>
      </a:accent1>
      <a:accent2>
        <a:srgbClr val="EDB844"/>
      </a:accent2>
      <a:accent3>
        <a:srgbClr val="F87900"/>
      </a:accent3>
      <a:accent4>
        <a:srgbClr val="9F1201"/>
      </a:accent4>
      <a:accent5>
        <a:srgbClr val="3F1F17"/>
      </a:accent5>
      <a:accent6>
        <a:srgbClr val="808080"/>
      </a:accent6>
      <a:hlink>
        <a:srgbClr val="9F1201"/>
      </a:hlink>
      <a:folHlink>
        <a:srgbClr val="9F1201"/>
      </a:folHlink>
    </a:clrScheme>
    <a:fontScheme name="Другая 3">
      <a:majorFont>
        <a:latin typeface="X5 Sans Medium"/>
        <a:ea typeface=""/>
        <a:cs typeface=""/>
      </a:majorFont>
      <a:minorFont>
        <a:latin typeface="X5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X5RetailGroup">
        <a:dk1>
          <a:srgbClr val="000000"/>
        </a:dk1>
        <a:lt1>
          <a:srgbClr val="FFFFFF"/>
        </a:lt1>
        <a:dk2>
          <a:srgbClr val="9F1201"/>
        </a:dk2>
        <a:lt2>
          <a:srgbClr val="FFFFFF"/>
        </a:lt2>
        <a:accent1>
          <a:srgbClr val="F7E2B4"/>
        </a:accent1>
        <a:accent2>
          <a:srgbClr val="EDB844"/>
        </a:accent2>
        <a:accent3>
          <a:srgbClr val="F87900"/>
        </a:accent3>
        <a:accent4>
          <a:srgbClr val="9F1201"/>
        </a:accent4>
        <a:accent5>
          <a:srgbClr val="3F1F17"/>
        </a:accent5>
        <a:accent6>
          <a:srgbClr val="808080"/>
        </a:accent6>
        <a:hlink>
          <a:srgbClr val="F87900"/>
        </a:hlink>
        <a:folHlink>
          <a:srgbClr val="9F120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X5RetailGroup_16x9.potx" id="{5D34BE2A-31A6-4C05-83B8-A9DF9B3A3941}" vid="{20550F5C-8017-4B95-B3A5-70389F823CD5}"/>
    </a:ext>
  </a:extLst>
</a:theme>
</file>

<file path=ppt/theme/theme3.xml><?xml version="1.0" encoding="utf-8"?>
<a:theme xmlns:a="http://schemas.openxmlformats.org/drawingml/2006/main" name="2_Office Theme">
  <a:themeElements>
    <a:clrScheme name="Х5_v2">
      <a:dk1>
        <a:srgbClr val="231E20"/>
      </a:dk1>
      <a:lt1>
        <a:srgbClr val="FFFFFF"/>
      </a:lt1>
      <a:dk2>
        <a:srgbClr val="302F34"/>
      </a:dk2>
      <a:lt2>
        <a:srgbClr val="939599"/>
      </a:lt2>
      <a:accent1>
        <a:srgbClr val="F47920"/>
      </a:accent1>
      <a:accent2>
        <a:srgbClr val="EE3124"/>
      </a:accent2>
      <a:accent3>
        <a:srgbClr val="80C340"/>
      </a:accent3>
      <a:accent4>
        <a:srgbClr val="0C8B46"/>
      </a:accent4>
      <a:accent5>
        <a:srgbClr val="045827"/>
      </a:accent5>
      <a:accent6>
        <a:srgbClr val="FFFFFF"/>
      </a:accent6>
      <a:hlink>
        <a:srgbClr val="0563C1"/>
      </a:hlink>
      <a:folHlink>
        <a:srgbClr val="954F72"/>
      </a:folHlink>
    </a:clrScheme>
    <a:fontScheme name="Другая 3">
      <a:majorFont>
        <a:latin typeface="X5 Sans Medium"/>
        <a:ea typeface=""/>
        <a:cs typeface=""/>
      </a:majorFont>
      <a:minorFont>
        <a:latin typeface="X5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3">
      <a:majorFont>
        <a:latin typeface="X5 Sans Medium"/>
        <a:ea typeface=""/>
        <a:cs typeface=""/>
      </a:majorFont>
      <a:minorFont>
        <a:latin typeface="X5 Sans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Тема Office">
  <a:themeElements>
    <a:clrScheme name="Другая 115">
      <a:dk1>
        <a:srgbClr val="222429"/>
      </a:dk1>
      <a:lt1>
        <a:srgbClr val="FFFFFF"/>
      </a:lt1>
      <a:dk2>
        <a:srgbClr val="50565E"/>
      </a:dk2>
      <a:lt2>
        <a:srgbClr val="FFFFFF"/>
      </a:lt2>
      <a:accent1>
        <a:srgbClr val="5FAF2D"/>
      </a:accent1>
      <a:accent2>
        <a:srgbClr val="003E14"/>
      </a:accent2>
      <a:accent3>
        <a:srgbClr val="6B7A89"/>
      </a:accent3>
      <a:accent4>
        <a:srgbClr val="BFCFD2"/>
      </a:accent4>
      <a:accent5>
        <a:srgbClr val="89909A"/>
      </a:accent5>
      <a:accent6>
        <a:srgbClr val="EBF0F0"/>
      </a:accent6>
      <a:hlink>
        <a:srgbClr val="9299A3"/>
      </a:hlink>
      <a:folHlink>
        <a:srgbClr val="6C737D"/>
      </a:folHlink>
    </a:clrScheme>
    <a:fontScheme name="Другая 3">
      <a:majorFont>
        <a:latin typeface="X5 Sans Medium"/>
        <a:ea typeface=""/>
        <a:cs typeface=""/>
      </a:majorFont>
      <a:minorFont>
        <a:latin typeface="X5 Sans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Application xmlns="http://www.sap.com/cof/ao/powerpoint/application">
  <com.sap.ip.bi.pioneer>
    <Version>4</Version>
    <AAO_Revision>2.8.000.92058</AAO_Revision>
    <RefreshOnOpen>False</RefreshOnOpen>
    <PlanningModeSetToChangeMode>True</PlanningModeSetToChangeMode>
    <Cleaned>False</Cleaned>
    <ForcePromptOnInitialRefresh>False</ForcePromptOnInitialRefresh>
    <StorePromptsInDocument>True</StorePromptsInDocument>
    <MergeVariables>False</MergeVariables>
    <RefreshPlanningObjectsOnRefreshAll>True</RefreshPlanningObjectsOnRefreshAll>
    <Items/>
  </com.sap.ip.bi.pioneer>
</Application>
</file>

<file path=customXml/item2.xml><?xml version="1.0" encoding="utf-8"?>
<Application xmlns="http://www.sap.com/cof/powerpoint/application">
  <Version>2</Version>
  <Revision>2.8.000.92058</Revision>
</Application>
</file>

<file path=customXml/itemProps1.xml><?xml version="1.0" encoding="utf-8"?>
<ds:datastoreItem xmlns:ds="http://schemas.openxmlformats.org/officeDocument/2006/customXml" ds:itemID="{C0315179-5930-4F3C-8380-9AB434C48BC8}">
  <ds:schemaRefs>
    <ds:schemaRef ds:uri="http://www.sap.com/cof/ao/powerpoint/application"/>
  </ds:schemaRefs>
</ds:datastoreItem>
</file>

<file path=customXml/itemProps2.xml><?xml version="1.0" encoding="utf-8"?>
<ds:datastoreItem xmlns:ds="http://schemas.openxmlformats.org/officeDocument/2006/customXml" ds:itemID="{56B08ED3-14D5-45A0-ABCC-A309F1BFA814}">
  <ds:schemaRefs>
    <ds:schemaRef ds:uri="http://www.sap.com/cof/powerpoint/applic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54143</TotalTime>
  <Words>857</Words>
  <Application>Microsoft Macintosh PowerPoint</Application>
  <PresentationFormat>Широкоэкранный</PresentationFormat>
  <Paragraphs>395</Paragraphs>
  <Slides>14</Slides>
  <Notes>12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5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31" baseType="lpstr">
      <vt:lpstr>Arial</vt:lpstr>
      <vt:lpstr>Bandera Pro Bold</vt:lpstr>
      <vt:lpstr>Calibri</vt:lpstr>
      <vt:lpstr>Open Sans Extrabold</vt:lpstr>
      <vt:lpstr>Open Sans SemiBold</vt:lpstr>
      <vt:lpstr>Pragmatica Light</vt:lpstr>
      <vt:lpstr>Verdana</vt:lpstr>
      <vt:lpstr>X5 Sans</vt:lpstr>
      <vt:lpstr>X5 Sans Light</vt:lpstr>
      <vt:lpstr>X5 Sans Light (Основной текст)</vt:lpstr>
      <vt:lpstr>X5 Sans Medium</vt:lpstr>
      <vt:lpstr>1_Office Theme</vt:lpstr>
      <vt:lpstr>1_Firm Format - template_Blue</vt:lpstr>
      <vt:lpstr>2_Office Theme</vt:lpstr>
      <vt:lpstr>5_Тема Office</vt:lpstr>
      <vt:lpstr>1_Тема Office</vt:lpstr>
      <vt:lpstr>think-cell Slide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X5 RETAIL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Olfereva, Vera</dc:creator>
  <cp:lastModifiedBy>Valeriy.Izvekov</cp:lastModifiedBy>
  <cp:revision>4314</cp:revision>
  <cp:lastPrinted>2022-12-13T06:24:57Z</cp:lastPrinted>
  <dcterms:created xsi:type="dcterms:W3CDTF">2019-09-18T12:39:15Z</dcterms:created>
  <dcterms:modified xsi:type="dcterms:W3CDTF">2025-12-10T16:40:49Z</dcterms:modified>
</cp:coreProperties>
</file>